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829b7d77e8449f" /><Relationship Type="http://schemas.openxmlformats.org/officeDocument/2006/relationships/extended-properties" Target="/docProps/app.xml" Id="R96d03a5c17b04c7e" /><Relationship Type="http://schemas.openxmlformats.org/officeDocument/2006/relationships/officeDocument" Target="/ppt/presentation.xml" Id="Rb5a8ab74c5c740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1d72c202524a0b"/>
  </p:sldMasterIdLst>
  <p:notesMasterIdLst>
    <p:notesMasterId xmlns:r="http://schemas.openxmlformats.org/officeDocument/2006/relationships" r:id="R28d8cb46ced442ff"/>
  </p:notesMasterIdLst>
  <p:sldIdLst>
    <p:sldId xmlns:r="http://schemas.openxmlformats.org/officeDocument/2006/relationships" id="256" r:id="R707e8ec86b3d4aeb"/>
    <p:sldId xmlns:r="http://schemas.openxmlformats.org/officeDocument/2006/relationships" id="257" r:id="Rc8e6c83d0a3e41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9e878c3a2445f" /><Relationship Type="http://schemas.openxmlformats.org/officeDocument/2006/relationships/slideMaster" Target="/ppt/slideMasters/slideMaster1.xml" Id="R3c1d72c202524a0b" /><Relationship Type="http://schemas.openxmlformats.org/officeDocument/2006/relationships/notesMaster" Target="/ppt/notesMasters/notesMaster1.xml" Id="R28d8cb46ced442ff" /><Relationship Type="http://schemas.openxmlformats.org/officeDocument/2006/relationships/presProps" Target="/ppt/presProps.xml" Id="R1a45f34717614639" /><Relationship Type="http://schemas.openxmlformats.org/officeDocument/2006/relationships/tableStyles" Target="/ppt/tableStyles.xml" Id="R620ea4a36c484eb6" /><Relationship Type="http://schemas.openxmlformats.org/officeDocument/2006/relationships/slide" Target="/ppt/slides/slide1.xml" Id="R707e8ec86b3d4aeb" /><Relationship Type="http://schemas.openxmlformats.org/officeDocument/2006/relationships/slide" Target="/ppt/slides/slide2.xml" Id="Rc8e6c83d0a3e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1a4060233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287558ce654d70" /><Relationship Type="http://schemas.openxmlformats.org/officeDocument/2006/relationships/notesMaster" Target="/ppt/notesMasters/notesMaster1.xml" Id="R27879245914643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c5f586193a400b" /><Relationship Type="http://schemas.openxmlformats.org/officeDocument/2006/relationships/notesMaster" Target="/ppt/notesMasters/notesMaster1.xml" Id="Rc696a6c00b5e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8a6a2469348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dac10925749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50ad682ee244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19a027e4b4c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51955df924c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a5f878ed4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1FA53-5C7B-4EAE-8780-AC5BB42116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635D58-FFED-4285-80EF-4494164A7C4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153C78-FC14-4222-BA98-FE607BA1C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291D2D-74F3-4CB3-93D5-42856AD74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2E67465-73CB-4CED-B2DB-8AC5011BD7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9DE7A-D387-47C2-ADE0-A492F97AE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B53F97-F024-4A02-BECF-C35AAB774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552016-B0B2-4A47-8784-F3DE038276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00DEAE-EB14-4D27-BE5E-81D2764EF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5DED2F-C617-462B-91E3-79766C7AD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f95c8efc64407f" /><Relationship Type="http://schemas.openxmlformats.org/officeDocument/2006/relationships/slideLayout" Target="/ppt/slideLayouts/slideLayout1.xml" Id="Rfb2ad265e501404b" /><Relationship Type="http://schemas.openxmlformats.org/officeDocument/2006/relationships/slideLayout" Target="/ppt/slideLayouts/slideLayout2.xml" Id="R87ffeade00d742db" /><Relationship Type="http://schemas.openxmlformats.org/officeDocument/2006/relationships/slideLayout" Target="/ppt/slideLayouts/slideLayout3.xml" Id="Rd43e205bf00d4990" /><Relationship Type="http://schemas.openxmlformats.org/officeDocument/2006/relationships/slideLayout" Target="/ppt/slideLayouts/slideLayout4.xml" Id="R641688407cbe40cb" /><Relationship Type="http://schemas.openxmlformats.org/officeDocument/2006/relationships/slideLayout" Target="/ppt/slideLayouts/slideLayout5.xml" Id="R46ac08124f374f8b" /><Relationship Type="http://schemas.openxmlformats.org/officeDocument/2006/relationships/slideLayout" Target="/ppt/slideLayouts/slideLayout6.xml" Id="R41c53aab339e4c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ad265e501404b"/>
    <p:sldLayoutId xmlns:r="http://schemas.openxmlformats.org/officeDocument/2006/relationships" id="2147483650" r:id="R87ffeade00d742db"/>
    <p:sldLayoutId xmlns:r="http://schemas.openxmlformats.org/officeDocument/2006/relationships" id="2147483651" r:id="Rd43e205bf00d4990"/>
    <p:sldLayoutId xmlns:r="http://schemas.openxmlformats.org/officeDocument/2006/relationships" id="2147483652" r:id="R641688407cbe40cb"/>
    <p:sldLayoutId xmlns:r="http://schemas.openxmlformats.org/officeDocument/2006/relationships" id="2147483653" r:id="R46ac08124f374f8b"/>
    <p:sldLayoutId xmlns:r="http://schemas.openxmlformats.org/officeDocument/2006/relationships" id="2147483654" r:id="R41c53aab339e4c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3d1156cd24609" /><Relationship Type="http://schemas.openxmlformats.org/officeDocument/2006/relationships/image" Target="/ppt/media/image.png" Id="Rc564b5d9981148e9" /><Relationship Type="http://schemas.openxmlformats.org/officeDocument/2006/relationships/image" Target="/ppt/media/image2.png" Id="R873c5d76b15a4a44" /><Relationship Type="http://schemas.openxmlformats.org/officeDocument/2006/relationships/notesSlide" Target="/ppt/notesSlides/notesSlide1.xml" Id="Rdac7039aeb3046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f9479e1cc4859" /><Relationship Type="http://schemas.openxmlformats.org/officeDocument/2006/relationships/image" Target="/ppt/media/image3.png" Id="R2d56321ab4174c89" /><Relationship Type="http://schemas.openxmlformats.org/officeDocument/2006/relationships/image" Target="/ppt/media/image4.png" Id="R49979863af3948cc" /><Relationship Type="http://schemas.openxmlformats.org/officeDocument/2006/relationships/image" Target="/ppt/media/image5.png" Id="Rb7ccd637b5444beb" /><Relationship Type="http://schemas.openxmlformats.org/officeDocument/2006/relationships/notesSlide" Target="/ppt/notesSlides/notesSlide2.xml" Id="Rf3968b40d4614e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EA139-D2B2-4CED-91D7-93D4C6F9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B90E2-538C-4ED2-9568-4BE8DF4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B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883CD-8393-40FE-B8BF-A716C7131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4b5d9981148e9"/>
          <a:stretch xmlns:a="http://schemas.openxmlformats.org/drawingml/2006/main"/>
        </p:blipFill>
        <p:spPr>
          <a:xfrm xmlns:a="http://schemas.openxmlformats.org/drawingml/2006/main">
            <a:off x="274532" y="142875"/>
            <a:ext cx="536787" cy="533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33F6D-E3BF-43E5-939F-B55C3BE8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AEGIS·CARE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FA9AE9-CECA-41E9-BE41-790765EF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POST-INCIDENT RECOVERY FOR PERSISTENT CLINICAL AI 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13B32-17BB-4D5F-AA7F-F3536F3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65E6E1"/>
                </a:solidFill>
              </a:defRPr>
            </a:defPPr>
            <a:lvl1pPr algn="r">
              <a:defRPr sz="750" b="1">
                <a:solidFill>
                  <a:srgbClr val="65E6E1"/>
                </a:solidFill>
              </a:defRPr>
            </a:lvl1pPr>
            <a:lvl2pPr algn="r">
              <a:defRPr sz="750" b="1">
                <a:solidFill>
                  <a:srgbClr val="65E6E1"/>
                </a:solidFill>
              </a:defRPr>
            </a:lvl2pPr>
            <a:lvl3pPr algn="r">
              <a:defRPr sz="750" b="1">
                <a:solidFill>
                  <a:srgbClr val="65E6E1"/>
                </a:solidFill>
              </a:defRPr>
            </a:lvl3pPr>
            <a:lvl4pPr algn="r">
              <a:defRPr sz="750" b="1">
                <a:solidFill>
                  <a:srgbClr val="65E6E1"/>
                </a:solidFill>
              </a:defRPr>
            </a:lvl4pPr>
            <a:lvl5pPr algn="r">
              <a:defRPr sz="750" b="1">
                <a:solidFill>
                  <a:srgbClr val="65E6E1"/>
                </a:solidFill>
              </a:defRPr>
            </a:lvl5pPr>
            <a:lvl6pPr algn="r">
              <a:defRPr sz="750" b="1">
                <a:solidFill>
                  <a:srgbClr val="65E6E1"/>
                </a:solidFill>
              </a:defRPr>
            </a:lvl6pPr>
            <a:lvl7pPr algn="r">
              <a:defRPr sz="750" b="1">
                <a:solidFill>
                  <a:srgbClr val="65E6E1"/>
                </a:solidFill>
              </a:defRPr>
            </a:lvl7pPr>
            <a:lvl8pPr algn="r">
              <a:defRPr sz="750" b="1">
                <a:solidFill>
                  <a:srgbClr val="65E6E1"/>
                </a:solidFill>
              </a:defRPr>
            </a:lvl8pPr>
            <a:lvl9pPr algn="r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RESEARCH POSTER · SYSTEMS &amp;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3CDF1-83B1-4451-B097-B0BA54F6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0">
                <a:solidFill>
                  <a:srgbClr val="B6CBD2"/>
                </a:solidFill>
              </a:defRPr>
            </a:defPPr>
            <a:lvl1pPr algn="r">
              <a:defRPr sz="675" b="0">
                <a:solidFill>
                  <a:srgbClr val="B6CBD2"/>
                </a:solidFill>
              </a:defRPr>
            </a:lvl1pPr>
            <a:lvl2pPr algn="r">
              <a:defRPr sz="675" b="0">
                <a:solidFill>
                  <a:srgbClr val="B6CBD2"/>
                </a:solidFill>
              </a:defRPr>
            </a:lvl2pPr>
            <a:lvl3pPr algn="r">
              <a:defRPr sz="675" b="0">
                <a:solidFill>
                  <a:srgbClr val="B6CBD2"/>
                </a:solidFill>
              </a:defRPr>
            </a:lvl3pPr>
            <a:lvl4pPr algn="r">
              <a:defRPr sz="675" b="0">
                <a:solidFill>
                  <a:srgbClr val="B6CBD2"/>
                </a:solidFill>
              </a:defRPr>
            </a:lvl4pPr>
            <a:lvl5pPr algn="r">
              <a:defRPr sz="675" b="0">
                <a:solidFill>
                  <a:srgbClr val="B6CBD2"/>
                </a:solidFill>
              </a:defRPr>
            </a:lvl5pPr>
            <a:lvl6pPr algn="r">
              <a:defRPr sz="675" b="0">
                <a:solidFill>
                  <a:srgbClr val="B6CBD2"/>
                </a:solidFill>
              </a:defRPr>
            </a:lvl6pPr>
            <a:lvl7pPr algn="r">
              <a:defRPr sz="675" b="0">
                <a:solidFill>
                  <a:srgbClr val="B6CBD2"/>
                </a:solidFill>
              </a:defRPr>
            </a:lvl7pPr>
            <a:lvl8pPr algn="r">
              <a:defRPr sz="675" b="0">
                <a:solidFill>
                  <a:srgbClr val="B6CBD2"/>
                </a:solidFill>
              </a:defRPr>
            </a:lvl8pPr>
            <a:lvl9pPr algn="r">
              <a:defRPr sz="675" b="0">
                <a:solidFill>
                  <a:srgbClr val="B6CBD2"/>
                </a:solidFill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B6CBD2"/>
                </a:solidFill>
              </a:defRPr>
            </a:pPr>
            <a:r>
              <a:rPr sz="675" b="0">
                <a:solidFill>
                  <a:srgbClr val="B6CBD2"/>
                </a:solidFill>
              </a:rPr>
              <a:t>Synthetic evidence only · not clinical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A25A6-7D9A-41B8-B38D-858B311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9650"/>
            <a:ext cx="914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2233"/>
                </a:solidFill>
              </a:defRPr>
            </a:defPPr>
            <a:lvl1pPr algn="l">
              <a:defRPr sz="2550" b="1">
                <a:solidFill>
                  <a:srgbClr val="0B2233"/>
                </a:solidFill>
              </a:defRPr>
            </a:lvl1pPr>
            <a:lvl2pPr algn="l">
              <a:defRPr sz="2550" b="1">
                <a:solidFill>
                  <a:srgbClr val="0B2233"/>
                </a:solidFill>
              </a:defRPr>
            </a:lvl2pPr>
            <a:lvl3pPr algn="l">
              <a:defRPr sz="2550" b="1">
                <a:solidFill>
                  <a:srgbClr val="0B2233"/>
                </a:solidFill>
              </a:defRPr>
            </a:lvl3pPr>
            <a:lvl4pPr algn="l">
              <a:defRPr sz="2550" b="1">
                <a:solidFill>
                  <a:srgbClr val="0B2233"/>
                </a:solidFill>
              </a:defRPr>
            </a:lvl4pPr>
            <a:lvl5pPr algn="l">
              <a:defRPr sz="2550" b="1">
                <a:solidFill>
                  <a:srgbClr val="0B2233"/>
                </a:solidFill>
              </a:defRPr>
            </a:lvl5pPr>
            <a:lvl6pPr algn="l">
              <a:defRPr sz="2550" b="1">
                <a:solidFill>
                  <a:srgbClr val="0B2233"/>
                </a:solidFill>
              </a:defRPr>
            </a:lvl6pPr>
            <a:lvl7pPr algn="l">
              <a:defRPr sz="2550" b="1">
                <a:solidFill>
                  <a:srgbClr val="0B2233"/>
                </a:solidFill>
              </a:defRPr>
            </a:lvl7pPr>
            <a:lvl8pPr algn="l">
              <a:defRPr sz="2550" b="1">
                <a:solidFill>
                  <a:srgbClr val="0B2233"/>
                </a:solidFill>
              </a:defRPr>
            </a:lvl8pPr>
            <a:lvl9pPr algn="l">
              <a:defRPr sz="25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B2233"/>
                </a:solidFill>
              </a:defRPr>
            </a:pPr>
            <a:r>
              <a:rPr sz="2550" b="1">
                <a:solidFill>
                  <a:srgbClr val="0B2233"/>
                </a:solidFill>
              </a:rPr>
              <a:t>Privacy-bounded recovery for persistent clinical AI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D5EA8-CE63-48C9-A53C-B6C6081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6A7E86"/>
                </a:solidFill>
              </a:defRPr>
            </a:defPPr>
            <a:lvl1pPr algn="l">
              <a:defRPr sz="1125" b="0">
                <a:solidFill>
                  <a:srgbClr val="6A7E86"/>
                </a:solidFill>
              </a:defRPr>
            </a:lvl1pPr>
            <a:lvl2pPr algn="l">
              <a:defRPr sz="1125" b="0">
                <a:solidFill>
                  <a:srgbClr val="6A7E86"/>
                </a:solidFill>
              </a:defRPr>
            </a:lvl2pPr>
            <a:lvl3pPr algn="l">
              <a:defRPr sz="1125" b="0">
                <a:solidFill>
                  <a:srgbClr val="6A7E86"/>
                </a:solidFill>
              </a:defRPr>
            </a:lvl3pPr>
            <a:lvl4pPr algn="l">
              <a:defRPr sz="1125" b="0">
                <a:solidFill>
                  <a:srgbClr val="6A7E86"/>
                </a:solidFill>
              </a:defRPr>
            </a:lvl4pPr>
            <a:lvl5pPr algn="l">
              <a:defRPr sz="1125" b="0">
                <a:solidFill>
                  <a:srgbClr val="6A7E86"/>
                </a:solidFill>
              </a:defRPr>
            </a:lvl5pPr>
            <a:lvl6pPr algn="l">
              <a:defRPr sz="1125" b="0">
                <a:solidFill>
                  <a:srgbClr val="6A7E86"/>
                </a:solidFill>
              </a:defRPr>
            </a:lvl6pPr>
            <a:lvl7pPr algn="l">
              <a:defRPr sz="1125" b="0">
                <a:solidFill>
                  <a:srgbClr val="6A7E86"/>
                </a:solidFill>
              </a:defRPr>
            </a:lvl7pPr>
            <a:lvl8pPr algn="l">
              <a:defRPr sz="1125" b="0">
                <a:solidFill>
                  <a:srgbClr val="6A7E86"/>
                </a:solidFill>
              </a:defRPr>
            </a:lvl8pPr>
            <a:lvl9pPr algn="l">
              <a:defRPr sz="1125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A7E86"/>
                </a:solidFill>
              </a:defRPr>
            </a:pPr>
            <a:r>
              <a:rPr sz="1125" b="0">
                <a:solidFill>
                  <a:srgbClr val="6A7E86"/>
                </a:solidFill>
              </a:rPr>
              <a:t>A control plane that identifies affected derived state, rebuilds only what is necessary, and verifies that unsafe influence cannot survive the repair.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05B15-6927-426E-850A-7584933E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047750"/>
            <a:ext cx="18859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A8DC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55C5D-5F08-4D45-B91E-67AD550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076325"/>
            <a:ext cx="1571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18B7B0"/>
                </a:solidFill>
              </a:defRPr>
            </a:defPPr>
            <a:lvl1pPr algn="l">
              <a:defRPr sz="675" b="1">
                <a:solidFill>
                  <a:srgbClr val="18B7B0"/>
                </a:solidFill>
              </a:defRPr>
            </a:lvl1pPr>
            <a:lvl2pPr algn="l">
              <a:defRPr sz="675" b="1">
                <a:solidFill>
                  <a:srgbClr val="18B7B0"/>
                </a:solidFill>
              </a:defRPr>
            </a:lvl2pPr>
            <a:lvl3pPr algn="l">
              <a:defRPr sz="675" b="1">
                <a:solidFill>
                  <a:srgbClr val="18B7B0"/>
                </a:solidFill>
              </a:defRPr>
            </a:lvl3pPr>
            <a:lvl4pPr algn="l">
              <a:defRPr sz="675" b="1">
                <a:solidFill>
                  <a:srgbClr val="18B7B0"/>
                </a:solidFill>
              </a:defRPr>
            </a:lvl4pPr>
            <a:lvl5pPr algn="l">
              <a:defRPr sz="675" b="1">
                <a:solidFill>
                  <a:srgbClr val="18B7B0"/>
                </a:solidFill>
              </a:defRPr>
            </a:lvl5pPr>
            <a:lvl6pPr algn="l">
              <a:defRPr sz="675" b="1">
                <a:solidFill>
                  <a:srgbClr val="18B7B0"/>
                </a:solidFill>
              </a:defRPr>
            </a:lvl6pPr>
            <a:lvl7pPr algn="l">
              <a:defRPr sz="675" b="1">
                <a:solidFill>
                  <a:srgbClr val="18B7B0"/>
                </a:solidFill>
              </a:defRPr>
            </a:lvl7pPr>
            <a:lvl8pPr algn="l">
              <a:defRPr sz="675" b="1">
                <a:solidFill>
                  <a:srgbClr val="18B7B0"/>
                </a:solidFill>
              </a:defRPr>
            </a:lvl8pPr>
            <a:lvl9pPr algn="l">
              <a:defRPr sz="67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18B7B0"/>
                </a:solidFill>
              </a:defRPr>
            </a:pPr>
            <a:r>
              <a:rPr sz="675" b="1">
                <a:solidFill>
                  <a:srgbClr val="18B7B0"/>
                </a:solidFill>
              </a:rPr>
              <a:t>CORE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29E29-7E74-4C7D-87F1-0DBEFA8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323975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B2233"/>
                </a:solidFill>
              </a:defRPr>
            </a:defPPr>
            <a:lvl1pPr algn="l">
              <a:defRPr sz="1125" b="1">
                <a:solidFill>
                  <a:srgbClr val="0B2233"/>
                </a:solidFill>
              </a:defRPr>
            </a:lvl1pPr>
            <a:lvl2pPr algn="l">
              <a:defRPr sz="1125" b="1">
                <a:solidFill>
                  <a:srgbClr val="0B2233"/>
                </a:solidFill>
              </a:defRPr>
            </a:lvl2pPr>
            <a:lvl3pPr algn="l">
              <a:defRPr sz="1125" b="1">
                <a:solidFill>
                  <a:srgbClr val="0B2233"/>
                </a:solidFill>
              </a:defRPr>
            </a:lvl3pPr>
            <a:lvl4pPr algn="l">
              <a:defRPr sz="1125" b="1">
                <a:solidFill>
                  <a:srgbClr val="0B2233"/>
                </a:solidFill>
              </a:defRPr>
            </a:lvl4pPr>
            <a:lvl5pPr algn="l">
              <a:defRPr sz="1125" b="1">
                <a:solidFill>
                  <a:srgbClr val="0B2233"/>
                </a:solidFill>
              </a:defRPr>
            </a:lvl5pPr>
            <a:lvl6pPr algn="l">
              <a:defRPr sz="1125" b="1">
                <a:solidFill>
                  <a:srgbClr val="0B2233"/>
                </a:solidFill>
              </a:defRPr>
            </a:lvl6pPr>
            <a:lvl7pPr algn="l">
              <a:defRPr sz="1125" b="1">
                <a:solidFill>
                  <a:srgbClr val="0B2233"/>
                </a:solidFill>
              </a:defRPr>
            </a:lvl7pPr>
            <a:lvl8pPr algn="l">
              <a:defRPr sz="1125" b="1">
                <a:solidFill>
                  <a:srgbClr val="0B2233"/>
                </a:solidFill>
              </a:defRPr>
            </a:lvl8pPr>
            <a:lvl9pPr algn="l">
              <a:defRPr sz="11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B2233"/>
                </a:solidFill>
              </a:defRPr>
            </a:pPr>
            <a:r>
              <a:rPr sz="1125" b="1">
                <a:solidFill>
                  <a:srgbClr val="0B2233"/>
                </a:solidFill>
              </a:rPr>
              <a:t>Delete the bad memory—</a:t>
            </a:r>
          </a:p>
          <a:p xmlns:a="http://schemas.openxmlformats.org/drawingml/2006/main">
            <a:pPr algn="l">
              <a:defRPr sz="1125" b="1">
                <a:solidFill>
                  <a:srgbClr val="0B2233"/>
                </a:solidFill>
              </a:defRPr>
            </a:pPr>
            <a:r>
              <a:rPr sz="1125" b="1">
                <a:solidFill>
                  <a:srgbClr val="0B2233"/>
                </a:solidFill>
              </a:rPr>
              <a:t>not everything it touched.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2319-1499-4346-81DB-CB00CF25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193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795F7-8CD6-4032-8EA4-B016CFE8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B2233"/>
                </a:solidFill>
              </a:defRPr>
            </a:defPPr>
            <a:lvl1pPr algn="l">
              <a:defRPr sz="825" b="1">
                <a:solidFill>
                  <a:srgbClr val="0B2233"/>
                </a:solidFill>
              </a:defRPr>
            </a:lvl1pPr>
            <a:lvl2pPr algn="l">
              <a:defRPr sz="825" b="1">
                <a:solidFill>
                  <a:srgbClr val="0B2233"/>
                </a:solidFill>
              </a:defRPr>
            </a:lvl2pPr>
            <a:lvl3pPr algn="l">
              <a:defRPr sz="825" b="1">
                <a:solidFill>
                  <a:srgbClr val="0B2233"/>
                </a:solidFill>
              </a:defRPr>
            </a:lvl3pPr>
            <a:lvl4pPr algn="l">
              <a:defRPr sz="825" b="1">
                <a:solidFill>
                  <a:srgbClr val="0B2233"/>
                </a:solidFill>
              </a:defRPr>
            </a:lvl4pPr>
            <a:lvl5pPr algn="l">
              <a:defRPr sz="825" b="1">
                <a:solidFill>
                  <a:srgbClr val="0B2233"/>
                </a:solidFill>
              </a:defRPr>
            </a:lvl5pPr>
            <a:lvl6pPr algn="l">
              <a:defRPr sz="825" b="1">
                <a:solidFill>
                  <a:srgbClr val="0B2233"/>
                </a:solidFill>
              </a:defRPr>
            </a:lvl6pPr>
            <a:lvl7pPr algn="l">
              <a:defRPr sz="825" b="1">
                <a:solidFill>
                  <a:srgbClr val="0B2233"/>
                </a:solidFill>
              </a:defRPr>
            </a:lvl7pPr>
            <a:lvl8pPr algn="l">
              <a:defRPr sz="825" b="1">
                <a:solidFill>
                  <a:srgbClr val="0B2233"/>
                </a:solidFill>
              </a:defRPr>
            </a:lvl8pPr>
            <a:lvl9pPr algn="l">
              <a:defRPr sz="8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2233"/>
                </a:solidFill>
              </a:defRPr>
            </a:pPr>
            <a:r>
              <a:rPr sz="825" b="1">
                <a:solidFill>
                  <a:srgbClr val="0B2233"/>
                </a:solidFill>
              </a:rPr>
              <a:t>ABSTRACT · INTRODUCTION · MOTIVATION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F6E5D-E83C-4166-8549-B6E97AA3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2885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7D48A-0A60-4694-8AD1-10AA4053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95525"/>
            <a:ext cx="3543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112D3B"/>
                </a:solidFill>
              </a:defRPr>
            </a:defPPr>
            <a:lvl1pPr algn="l">
              <a:defRPr sz="900" b="0">
                <a:solidFill>
                  <a:srgbClr val="112D3B"/>
                </a:solidFill>
              </a:defRPr>
            </a:lvl1pPr>
            <a:lvl2pPr algn="l">
              <a:defRPr sz="900" b="0">
                <a:solidFill>
                  <a:srgbClr val="112D3B"/>
                </a:solidFill>
              </a:defRPr>
            </a:lvl2pPr>
            <a:lvl3pPr algn="l">
              <a:defRPr sz="900" b="0">
                <a:solidFill>
                  <a:srgbClr val="112D3B"/>
                </a:solidFill>
              </a:defRPr>
            </a:lvl3pPr>
            <a:lvl4pPr algn="l">
              <a:defRPr sz="900" b="0">
                <a:solidFill>
                  <a:srgbClr val="112D3B"/>
                </a:solidFill>
              </a:defRPr>
            </a:lvl4pPr>
            <a:lvl5pPr algn="l">
              <a:defRPr sz="900" b="0">
                <a:solidFill>
                  <a:srgbClr val="112D3B"/>
                </a:solidFill>
              </a:defRPr>
            </a:lvl5pPr>
            <a:lvl6pPr algn="l">
              <a:defRPr sz="900" b="0">
                <a:solidFill>
                  <a:srgbClr val="112D3B"/>
                </a:solidFill>
              </a:defRPr>
            </a:lvl6pPr>
            <a:lvl7pPr algn="l">
              <a:defRPr sz="900" b="0">
                <a:solidFill>
                  <a:srgbClr val="112D3B"/>
                </a:solidFill>
              </a:defRPr>
            </a:lvl7pPr>
            <a:lvl8pPr algn="l">
              <a:defRPr sz="900" b="0">
                <a:solidFill>
                  <a:srgbClr val="112D3B"/>
                </a:solidFill>
              </a:defRPr>
            </a:lvl8pPr>
            <a:lvl9pPr algn="l">
              <a:defRPr sz="900" b="0">
                <a:solidFill>
                  <a:srgbClr val="112D3B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12D3B"/>
                </a:solidFill>
              </a:defRPr>
            </a:pPr>
            <a:r>
              <a:rPr sz="900" b="0">
                <a:solidFill>
                  <a:srgbClr val="112D3B"/>
                </a:solidFill>
              </a:rPr>
              <a:t>Clinical AI systems can retain long-lived memory, summaries, caches and derived artifacts. When one source is later corrected or withdrawn, naïve recovery either leaves contaminated state behind or destroys too much legitimate work. AEGIS-Care treats recovery as a bounded systems problem: find the affected closure, prove causal support, recompile from clean inputs, then enforce deletion so the incident cannot reappear.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FC1DF-F582-4C2C-882E-0DE64D4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86150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5F1"/>
          </a:solidFill>
          <a:ln xmlns:a="http://schemas.openxmlformats.org/drawingml/2006/main" w="9525">
            <a:solidFill>
              <a:srgbClr val="F5C7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9BD94-DCB7-4480-8A51-DDC10988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71875"/>
            <a:ext cx="914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F06E5D"/>
                </a:solidFill>
              </a:defRPr>
            </a:defPPr>
            <a:lvl1pPr algn="l">
              <a:defRPr sz="675" b="1">
                <a:solidFill>
                  <a:srgbClr val="F06E5D"/>
                </a:solidFill>
              </a:defRPr>
            </a:lvl1pPr>
            <a:lvl2pPr algn="l">
              <a:defRPr sz="675" b="1">
                <a:solidFill>
                  <a:srgbClr val="F06E5D"/>
                </a:solidFill>
              </a:defRPr>
            </a:lvl2pPr>
            <a:lvl3pPr algn="l">
              <a:defRPr sz="675" b="1">
                <a:solidFill>
                  <a:srgbClr val="F06E5D"/>
                </a:solidFill>
              </a:defRPr>
            </a:lvl3pPr>
            <a:lvl4pPr algn="l">
              <a:defRPr sz="675" b="1">
                <a:solidFill>
                  <a:srgbClr val="F06E5D"/>
                </a:solidFill>
              </a:defRPr>
            </a:lvl4pPr>
            <a:lvl5pPr algn="l">
              <a:defRPr sz="675" b="1">
                <a:solidFill>
                  <a:srgbClr val="F06E5D"/>
                </a:solidFill>
              </a:defRPr>
            </a:lvl5pPr>
            <a:lvl6pPr algn="l">
              <a:defRPr sz="675" b="1">
                <a:solidFill>
                  <a:srgbClr val="F06E5D"/>
                </a:solidFill>
              </a:defRPr>
            </a:lvl6pPr>
            <a:lvl7pPr algn="l">
              <a:defRPr sz="675" b="1">
                <a:solidFill>
                  <a:srgbClr val="F06E5D"/>
                </a:solidFill>
              </a:defRPr>
            </a:lvl7pPr>
            <a:lvl8pPr algn="l">
              <a:defRPr sz="675" b="1">
                <a:solidFill>
                  <a:srgbClr val="F06E5D"/>
                </a:solidFill>
              </a:defRPr>
            </a:lvl8pPr>
            <a:lvl9pPr algn="l">
              <a:defRPr sz="675" b="1">
                <a:solidFill>
                  <a:srgbClr val="F06E5D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F06E5D"/>
                </a:solidFill>
              </a:defRPr>
            </a:pPr>
            <a:r>
              <a:rPr sz="675" b="1">
                <a:solidFill>
                  <a:srgbClr val="F06E5D"/>
                </a:solidFill>
              </a:rPr>
              <a:t>MOTIVATION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7FF4D-C48E-4421-8CD1-11EB923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5285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12D3B"/>
                </a:solidFill>
              </a:defRPr>
            </a:defPPr>
            <a:lvl1pPr algn="l">
              <a:defRPr sz="900" b="1">
                <a:solidFill>
                  <a:srgbClr val="112D3B"/>
                </a:solidFill>
              </a:defRPr>
            </a:lvl1pPr>
            <a:lvl2pPr algn="l">
              <a:defRPr sz="900" b="1">
                <a:solidFill>
                  <a:srgbClr val="112D3B"/>
                </a:solidFill>
              </a:defRPr>
            </a:lvl2pPr>
            <a:lvl3pPr algn="l">
              <a:defRPr sz="900" b="1">
                <a:solidFill>
                  <a:srgbClr val="112D3B"/>
                </a:solidFill>
              </a:defRPr>
            </a:lvl3pPr>
            <a:lvl4pPr algn="l">
              <a:defRPr sz="900" b="1">
                <a:solidFill>
                  <a:srgbClr val="112D3B"/>
                </a:solidFill>
              </a:defRPr>
            </a:lvl4pPr>
            <a:lvl5pPr algn="l">
              <a:defRPr sz="900" b="1">
                <a:solidFill>
                  <a:srgbClr val="112D3B"/>
                </a:solidFill>
              </a:defRPr>
            </a:lvl5pPr>
            <a:lvl6pPr algn="l">
              <a:defRPr sz="900" b="1">
                <a:solidFill>
                  <a:srgbClr val="112D3B"/>
                </a:solidFill>
              </a:defRPr>
            </a:lvl6pPr>
            <a:lvl7pPr algn="l">
              <a:defRPr sz="900" b="1">
                <a:solidFill>
                  <a:srgbClr val="112D3B"/>
                </a:solidFill>
              </a:defRPr>
            </a:lvl7pPr>
            <a:lvl8pPr algn="l">
              <a:defRPr sz="900" b="1">
                <a:solidFill>
                  <a:srgbClr val="112D3B"/>
                </a:solidFill>
              </a:defRPr>
            </a:lvl8pPr>
            <a:lvl9pPr algn="l">
              <a:defRPr sz="900" b="1">
                <a:solidFill>
                  <a:srgbClr val="112D3B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12D3B"/>
                </a:solidFill>
              </a:defRPr>
            </a:pPr>
            <a:r>
              <a:rPr sz="900" b="1">
                <a:solidFill>
                  <a:srgbClr val="112D3B"/>
                </a:solidFill>
              </a:rPr>
              <a:t>A corrected chart entry should not force a full reset—yet no downstream note, cache or assistant answer may preserve its influence.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8C2B59-AF11-4989-899C-633942E0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005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C34F1-7EB8-436A-93B4-B99D0003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B2233"/>
                </a:solidFill>
              </a:defRPr>
            </a:defPPr>
            <a:lvl1pPr algn="l">
              <a:defRPr sz="825" b="1">
                <a:solidFill>
                  <a:srgbClr val="0B2233"/>
                </a:solidFill>
              </a:defRPr>
            </a:lvl1pPr>
            <a:lvl2pPr algn="l">
              <a:defRPr sz="825" b="1">
                <a:solidFill>
                  <a:srgbClr val="0B2233"/>
                </a:solidFill>
              </a:defRPr>
            </a:lvl2pPr>
            <a:lvl3pPr algn="l">
              <a:defRPr sz="825" b="1">
                <a:solidFill>
                  <a:srgbClr val="0B2233"/>
                </a:solidFill>
              </a:defRPr>
            </a:lvl3pPr>
            <a:lvl4pPr algn="l">
              <a:defRPr sz="825" b="1">
                <a:solidFill>
                  <a:srgbClr val="0B2233"/>
                </a:solidFill>
              </a:defRPr>
            </a:lvl4pPr>
            <a:lvl5pPr algn="l">
              <a:defRPr sz="825" b="1">
                <a:solidFill>
                  <a:srgbClr val="0B2233"/>
                </a:solidFill>
              </a:defRPr>
            </a:lvl5pPr>
            <a:lvl6pPr algn="l">
              <a:defRPr sz="825" b="1">
                <a:solidFill>
                  <a:srgbClr val="0B2233"/>
                </a:solidFill>
              </a:defRPr>
            </a:lvl6pPr>
            <a:lvl7pPr algn="l">
              <a:defRPr sz="825" b="1">
                <a:solidFill>
                  <a:srgbClr val="0B2233"/>
                </a:solidFill>
              </a:defRPr>
            </a:lvl7pPr>
            <a:lvl8pPr algn="l">
              <a:defRPr sz="825" b="1">
                <a:solidFill>
                  <a:srgbClr val="0B2233"/>
                </a:solidFill>
              </a:defRPr>
            </a:lvl8pPr>
            <a:lvl9pPr algn="l">
              <a:defRPr sz="8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2233"/>
                </a:solidFill>
              </a:defRPr>
            </a:pPr>
            <a:r>
              <a:rPr sz="825" b="1">
                <a:solidFill>
                  <a:srgbClr val="0B2233"/>
                </a:solidFill>
              </a:rPr>
              <a:t>LITERATURE REVIEW · BACKGROUND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8949C-7AAD-42A8-BA63-1DAD663C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10100"/>
            <a:ext cx="354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7E369-1FDE-440B-9B22-5C0E1A4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667250"/>
            <a:ext cx="3543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112D3B"/>
                </a:solidFill>
              </a:defRPr>
            </a:defPPr>
            <a:lvl1pPr algn="l">
              <a:defRPr sz="825" b="0">
                <a:solidFill>
                  <a:srgbClr val="112D3B"/>
                </a:solidFill>
              </a:defRPr>
            </a:lvl1pPr>
            <a:lvl2pPr algn="l">
              <a:defRPr sz="825" b="0">
                <a:solidFill>
                  <a:srgbClr val="112D3B"/>
                </a:solidFill>
              </a:defRPr>
            </a:lvl2pPr>
            <a:lvl3pPr algn="l">
              <a:defRPr sz="825" b="0">
                <a:solidFill>
                  <a:srgbClr val="112D3B"/>
                </a:solidFill>
              </a:defRPr>
            </a:lvl3pPr>
            <a:lvl4pPr algn="l">
              <a:defRPr sz="825" b="0">
                <a:solidFill>
                  <a:srgbClr val="112D3B"/>
                </a:solidFill>
              </a:defRPr>
            </a:lvl4pPr>
            <a:lvl5pPr algn="l">
              <a:defRPr sz="825" b="0">
                <a:solidFill>
                  <a:srgbClr val="112D3B"/>
                </a:solidFill>
              </a:defRPr>
            </a:lvl5pPr>
            <a:lvl6pPr algn="l">
              <a:defRPr sz="825" b="0">
                <a:solidFill>
                  <a:srgbClr val="112D3B"/>
                </a:solidFill>
              </a:defRPr>
            </a:lvl6pPr>
            <a:lvl7pPr algn="l">
              <a:defRPr sz="825" b="0">
                <a:solidFill>
                  <a:srgbClr val="112D3B"/>
                </a:solidFill>
              </a:defRPr>
            </a:lvl7pPr>
            <a:lvl8pPr algn="l">
              <a:defRPr sz="825" b="0">
                <a:solidFill>
                  <a:srgbClr val="112D3B"/>
                </a:solidFill>
              </a:defRPr>
            </a:lvl8pPr>
            <a:lvl9pPr algn="l">
              <a:defRPr sz="825" b="0">
                <a:solidFill>
                  <a:srgbClr val="112D3B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112D3B"/>
                </a:solidFill>
              </a:defRPr>
            </a:pPr>
            <a:r>
              <a:rPr sz="825" b="0">
                <a:solidFill>
                  <a:srgbClr val="112D3B"/>
                </a:solidFill>
              </a:rPr>
              <a:t>Prior work establishes evaluation for medical agents (MedAgentBench), staged reporting for clinical AI (DECIDE-AI), lifecycle governance (FUTURE-AI), risk controls (NIST AI 600-1), and interoperable audit/provenance semantics (HL7 FHIR). Synthea supplies realistic synthetic records. The remaining systems gap is selective, measurable post-incident recovery across persistent AI state.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C3927-DBFD-4EBC-A8F9-D5E33850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38800"/>
            <a:ext cx="35433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33"/>
          </a:solidFill>
          <a:ln xmlns:a="http://schemas.openxmlformats.org/drawingml/2006/main" w="9525">
            <a:solidFill>
              <a:srgbClr val="0B22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590AF0-55F6-4A2D-B328-34B6D3AE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734050"/>
            <a:ext cx="1285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65E6E1"/>
                </a:solidFill>
              </a:defRPr>
            </a:defPPr>
            <a:lvl1pPr algn="l">
              <a:defRPr sz="675" b="1">
                <a:solidFill>
                  <a:srgbClr val="65E6E1"/>
                </a:solidFill>
              </a:defRPr>
            </a:lvl1pPr>
            <a:lvl2pPr algn="l">
              <a:defRPr sz="675" b="1">
                <a:solidFill>
                  <a:srgbClr val="65E6E1"/>
                </a:solidFill>
              </a:defRPr>
            </a:lvl2pPr>
            <a:lvl3pPr algn="l">
              <a:defRPr sz="675" b="1">
                <a:solidFill>
                  <a:srgbClr val="65E6E1"/>
                </a:solidFill>
              </a:defRPr>
            </a:lvl3pPr>
            <a:lvl4pPr algn="l">
              <a:defRPr sz="675" b="1">
                <a:solidFill>
                  <a:srgbClr val="65E6E1"/>
                </a:solidFill>
              </a:defRPr>
            </a:lvl4pPr>
            <a:lvl5pPr algn="l">
              <a:defRPr sz="675" b="1">
                <a:solidFill>
                  <a:srgbClr val="65E6E1"/>
                </a:solidFill>
              </a:defRPr>
            </a:lvl5pPr>
            <a:lvl6pPr algn="l">
              <a:defRPr sz="675" b="1">
                <a:solidFill>
                  <a:srgbClr val="65E6E1"/>
                </a:solidFill>
              </a:defRPr>
            </a:lvl6pPr>
            <a:lvl7pPr algn="l">
              <a:defRPr sz="675" b="1">
                <a:solidFill>
                  <a:srgbClr val="65E6E1"/>
                </a:solidFill>
              </a:defRPr>
            </a:lvl7pPr>
            <a:lvl8pPr algn="l">
              <a:defRPr sz="675" b="1">
                <a:solidFill>
                  <a:srgbClr val="65E6E1"/>
                </a:solidFill>
              </a:defRPr>
            </a:lvl8pPr>
            <a:lvl9pPr algn="l">
              <a:defRPr sz="67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65E6E1"/>
                </a:solidFill>
              </a:defRPr>
            </a:pPr>
            <a:r>
              <a:rPr sz="675" b="1">
                <a:solidFill>
                  <a:srgbClr val="65E6E1"/>
                </a:solidFill>
              </a:rPr>
              <a:t>RESEARCH QUESTION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E8D87-9F31-4BAC-874B-BBDC1AA3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05500"/>
            <a:ext cx="323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Can recovery simultaneously minimize residual harm, preserve clean utility and produce auditable evidence?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1B9F2-9F23-48DA-9904-A6EEEE1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193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83473-3AF6-4547-8E0A-B9478650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2362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B2233"/>
                </a:solidFill>
              </a:defRPr>
            </a:defPPr>
            <a:lvl1pPr algn="l">
              <a:defRPr sz="825" b="1">
                <a:solidFill>
                  <a:srgbClr val="0B2233"/>
                </a:solidFill>
              </a:defRPr>
            </a:lvl1pPr>
            <a:lvl2pPr algn="l">
              <a:defRPr sz="825" b="1">
                <a:solidFill>
                  <a:srgbClr val="0B2233"/>
                </a:solidFill>
              </a:defRPr>
            </a:lvl2pPr>
            <a:lvl3pPr algn="l">
              <a:defRPr sz="825" b="1">
                <a:solidFill>
                  <a:srgbClr val="0B2233"/>
                </a:solidFill>
              </a:defRPr>
            </a:lvl3pPr>
            <a:lvl4pPr algn="l">
              <a:defRPr sz="825" b="1">
                <a:solidFill>
                  <a:srgbClr val="0B2233"/>
                </a:solidFill>
              </a:defRPr>
            </a:lvl4pPr>
            <a:lvl5pPr algn="l">
              <a:defRPr sz="825" b="1">
                <a:solidFill>
                  <a:srgbClr val="0B2233"/>
                </a:solidFill>
              </a:defRPr>
            </a:lvl5pPr>
            <a:lvl6pPr algn="l">
              <a:defRPr sz="825" b="1">
                <a:solidFill>
                  <a:srgbClr val="0B2233"/>
                </a:solidFill>
              </a:defRPr>
            </a:lvl6pPr>
            <a:lvl7pPr algn="l">
              <a:defRPr sz="825" b="1">
                <a:solidFill>
                  <a:srgbClr val="0B2233"/>
                </a:solidFill>
              </a:defRPr>
            </a:lvl7pPr>
            <a:lvl8pPr algn="l">
              <a:defRPr sz="825" b="1">
                <a:solidFill>
                  <a:srgbClr val="0B2233"/>
                </a:solidFill>
              </a:defRPr>
            </a:lvl8pPr>
            <a:lvl9pPr algn="l">
              <a:defRPr sz="8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2233"/>
                </a:solidFill>
              </a:defRPr>
            </a:pPr>
            <a:r>
              <a:rPr sz="825" b="1">
                <a:solidFill>
                  <a:srgbClr val="0B2233"/>
                </a:solidFill>
              </a:rPr>
              <a:t>OBJECTIVES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70C72-553B-4561-A18C-EC3F2506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5D6E9-F640-4813-8ACA-3A1F3F9C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1457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5531B-0820-4DF6-B06A-8C483A5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90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18B7B0"/>
                </a:solidFill>
              </a:defRPr>
            </a:defPPr>
            <a:lvl1pPr algn="l">
              <a:defRPr sz="825" b="1">
                <a:solidFill>
                  <a:srgbClr val="18B7B0"/>
                </a:solidFill>
              </a:defRPr>
            </a:lvl1pPr>
            <a:lvl2pPr algn="l">
              <a:defRPr sz="825" b="1">
                <a:solidFill>
                  <a:srgbClr val="18B7B0"/>
                </a:solidFill>
              </a:defRPr>
            </a:lvl2pPr>
            <a:lvl3pPr algn="l">
              <a:defRPr sz="825" b="1">
                <a:solidFill>
                  <a:srgbClr val="18B7B0"/>
                </a:solidFill>
              </a:defRPr>
            </a:lvl3pPr>
            <a:lvl4pPr algn="l">
              <a:defRPr sz="825" b="1">
                <a:solidFill>
                  <a:srgbClr val="18B7B0"/>
                </a:solidFill>
              </a:defRPr>
            </a:lvl4pPr>
            <a:lvl5pPr algn="l">
              <a:defRPr sz="825" b="1">
                <a:solidFill>
                  <a:srgbClr val="18B7B0"/>
                </a:solidFill>
              </a:defRPr>
            </a:lvl5pPr>
            <a:lvl6pPr algn="l">
              <a:defRPr sz="825" b="1">
                <a:solidFill>
                  <a:srgbClr val="18B7B0"/>
                </a:solidFill>
              </a:defRPr>
            </a:lvl6pPr>
            <a:lvl7pPr algn="l">
              <a:defRPr sz="825" b="1">
                <a:solidFill>
                  <a:srgbClr val="18B7B0"/>
                </a:solidFill>
              </a:defRPr>
            </a:lvl7pPr>
            <a:lvl8pPr algn="l">
              <a:defRPr sz="825" b="1">
                <a:solidFill>
                  <a:srgbClr val="18B7B0"/>
                </a:solidFill>
              </a:defRPr>
            </a:lvl8pPr>
            <a:lvl9pPr algn="l">
              <a:defRPr sz="82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8B7B0"/>
                </a:solidFill>
              </a:defRPr>
            </a:pPr>
            <a:r>
              <a:rPr sz="825" b="1">
                <a:solidFill>
                  <a:srgbClr val="18B7B0"/>
                </a:solidFill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37DDF4-3726-4D95-872F-0BB85E5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71725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BOUND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B2CA13-F55C-45FE-A4F9-650C85F4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4317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A7E86"/>
                </a:solidFill>
              </a:defRPr>
            </a:defPPr>
            <a:lvl1pPr algn="l">
              <a:defRPr sz="750" b="0">
                <a:solidFill>
                  <a:srgbClr val="6A7E86"/>
                </a:solidFill>
              </a:defRPr>
            </a:lvl1pPr>
            <a:lvl2pPr algn="l">
              <a:defRPr sz="750" b="0">
                <a:solidFill>
                  <a:srgbClr val="6A7E86"/>
                </a:solidFill>
              </a:defRPr>
            </a:lvl2pPr>
            <a:lvl3pPr algn="l">
              <a:defRPr sz="750" b="0">
                <a:solidFill>
                  <a:srgbClr val="6A7E86"/>
                </a:solidFill>
              </a:defRPr>
            </a:lvl3pPr>
            <a:lvl4pPr algn="l">
              <a:defRPr sz="750" b="0">
                <a:solidFill>
                  <a:srgbClr val="6A7E86"/>
                </a:solidFill>
              </a:defRPr>
            </a:lvl4pPr>
            <a:lvl5pPr algn="l">
              <a:defRPr sz="750" b="0">
                <a:solidFill>
                  <a:srgbClr val="6A7E86"/>
                </a:solidFill>
              </a:defRPr>
            </a:lvl5pPr>
            <a:lvl6pPr algn="l">
              <a:defRPr sz="750" b="0">
                <a:solidFill>
                  <a:srgbClr val="6A7E86"/>
                </a:solidFill>
              </a:defRPr>
            </a:lvl6pPr>
            <a:lvl7pPr algn="l">
              <a:defRPr sz="750" b="0">
                <a:solidFill>
                  <a:srgbClr val="6A7E86"/>
                </a:solidFill>
              </a:defRPr>
            </a:lvl7pPr>
            <a:lvl8pPr algn="l">
              <a:defRPr sz="750" b="0">
                <a:solidFill>
                  <a:srgbClr val="6A7E86"/>
                </a:solidFill>
              </a:defRPr>
            </a:lvl8pPr>
            <a:lvl9pPr algn="l">
              <a:defRPr sz="75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A7E86"/>
                </a:solidFill>
              </a:defRPr>
            </a:pPr>
            <a:r>
              <a:rPr sz="750" b="0">
                <a:solidFill>
                  <a:srgbClr val="6A7E86"/>
                </a:solidFill>
              </a:rPr>
              <a:t>Discover the smallest affected subgraph.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3660A-BFDC-4037-970C-DD03B220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C4401F-462E-4B85-B12C-42511FC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28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18B7B0"/>
                </a:solidFill>
              </a:defRPr>
            </a:defPPr>
            <a:lvl1pPr algn="l">
              <a:defRPr sz="825" b="1">
                <a:solidFill>
                  <a:srgbClr val="18B7B0"/>
                </a:solidFill>
              </a:defRPr>
            </a:lvl1pPr>
            <a:lvl2pPr algn="l">
              <a:defRPr sz="825" b="1">
                <a:solidFill>
                  <a:srgbClr val="18B7B0"/>
                </a:solidFill>
              </a:defRPr>
            </a:lvl2pPr>
            <a:lvl3pPr algn="l">
              <a:defRPr sz="825" b="1">
                <a:solidFill>
                  <a:srgbClr val="18B7B0"/>
                </a:solidFill>
              </a:defRPr>
            </a:lvl3pPr>
            <a:lvl4pPr algn="l">
              <a:defRPr sz="825" b="1">
                <a:solidFill>
                  <a:srgbClr val="18B7B0"/>
                </a:solidFill>
              </a:defRPr>
            </a:lvl4pPr>
            <a:lvl5pPr algn="l">
              <a:defRPr sz="825" b="1">
                <a:solidFill>
                  <a:srgbClr val="18B7B0"/>
                </a:solidFill>
              </a:defRPr>
            </a:lvl5pPr>
            <a:lvl6pPr algn="l">
              <a:defRPr sz="825" b="1">
                <a:solidFill>
                  <a:srgbClr val="18B7B0"/>
                </a:solidFill>
              </a:defRPr>
            </a:lvl6pPr>
            <a:lvl7pPr algn="l">
              <a:defRPr sz="825" b="1">
                <a:solidFill>
                  <a:srgbClr val="18B7B0"/>
                </a:solidFill>
              </a:defRPr>
            </a:lvl7pPr>
            <a:lvl8pPr algn="l">
              <a:defRPr sz="825" b="1">
                <a:solidFill>
                  <a:srgbClr val="18B7B0"/>
                </a:solidFill>
              </a:defRPr>
            </a:lvl8pPr>
            <a:lvl9pPr algn="l">
              <a:defRPr sz="82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8B7B0"/>
                </a:solidFill>
              </a:defRPr>
            </a:pPr>
            <a:r>
              <a:rPr sz="825" b="1">
                <a:solidFill>
                  <a:srgbClr val="18B7B0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55C165-D3F7-42F3-978E-259FF5D5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9900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EXPLAIN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C01649-C140-4C99-A9ED-2AC5CF0A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813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A7E86"/>
                </a:solidFill>
              </a:defRPr>
            </a:defPPr>
            <a:lvl1pPr algn="l">
              <a:defRPr sz="750" b="0">
                <a:solidFill>
                  <a:srgbClr val="6A7E86"/>
                </a:solidFill>
              </a:defRPr>
            </a:lvl1pPr>
            <a:lvl2pPr algn="l">
              <a:defRPr sz="750" b="0">
                <a:solidFill>
                  <a:srgbClr val="6A7E86"/>
                </a:solidFill>
              </a:defRPr>
            </a:lvl2pPr>
            <a:lvl3pPr algn="l">
              <a:defRPr sz="750" b="0">
                <a:solidFill>
                  <a:srgbClr val="6A7E86"/>
                </a:solidFill>
              </a:defRPr>
            </a:lvl3pPr>
            <a:lvl4pPr algn="l">
              <a:defRPr sz="750" b="0">
                <a:solidFill>
                  <a:srgbClr val="6A7E86"/>
                </a:solidFill>
              </a:defRPr>
            </a:lvl4pPr>
            <a:lvl5pPr algn="l">
              <a:defRPr sz="750" b="0">
                <a:solidFill>
                  <a:srgbClr val="6A7E86"/>
                </a:solidFill>
              </a:defRPr>
            </a:lvl5pPr>
            <a:lvl6pPr algn="l">
              <a:defRPr sz="750" b="0">
                <a:solidFill>
                  <a:srgbClr val="6A7E86"/>
                </a:solidFill>
              </a:defRPr>
            </a:lvl6pPr>
            <a:lvl7pPr algn="l">
              <a:defRPr sz="750" b="0">
                <a:solidFill>
                  <a:srgbClr val="6A7E86"/>
                </a:solidFill>
              </a:defRPr>
            </a:lvl7pPr>
            <a:lvl8pPr algn="l">
              <a:defRPr sz="750" b="0">
                <a:solidFill>
                  <a:srgbClr val="6A7E86"/>
                </a:solidFill>
              </a:defRPr>
            </a:lvl8pPr>
            <a:lvl9pPr algn="l">
              <a:defRPr sz="75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A7E86"/>
                </a:solidFill>
              </a:defRPr>
            </a:pPr>
            <a:r>
              <a:rPr sz="750" b="0">
                <a:solidFill>
                  <a:srgbClr val="6A7E86"/>
                </a:solidFill>
              </a:rPr>
              <a:t>Require lineage and causal support.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4FD3FD-8686-49E9-A078-82B4CED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90925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0C6037-0159-4B19-8BCA-F8DD907F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671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18B7B0"/>
                </a:solidFill>
              </a:defRPr>
            </a:defPPr>
            <a:lvl1pPr algn="l">
              <a:defRPr sz="825" b="1">
                <a:solidFill>
                  <a:srgbClr val="18B7B0"/>
                </a:solidFill>
              </a:defRPr>
            </a:lvl1pPr>
            <a:lvl2pPr algn="l">
              <a:defRPr sz="825" b="1">
                <a:solidFill>
                  <a:srgbClr val="18B7B0"/>
                </a:solidFill>
              </a:defRPr>
            </a:lvl2pPr>
            <a:lvl3pPr algn="l">
              <a:defRPr sz="825" b="1">
                <a:solidFill>
                  <a:srgbClr val="18B7B0"/>
                </a:solidFill>
              </a:defRPr>
            </a:lvl3pPr>
            <a:lvl4pPr algn="l">
              <a:defRPr sz="825" b="1">
                <a:solidFill>
                  <a:srgbClr val="18B7B0"/>
                </a:solidFill>
              </a:defRPr>
            </a:lvl4pPr>
            <a:lvl5pPr algn="l">
              <a:defRPr sz="825" b="1">
                <a:solidFill>
                  <a:srgbClr val="18B7B0"/>
                </a:solidFill>
              </a:defRPr>
            </a:lvl5pPr>
            <a:lvl6pPr algn="l">
              <a:defRPr sz="825" b="1">
                <a:solidFill>
                  <a:srgbClr val="18B7B0"/>
                </a:solidFill>
              </a:defRPr>
            </a:lvl6pPr>
            <a:lvl7pPr algn="l">
              <a:defRPr sz="825" b="1">
                <a:solidFill>
                  <a:srgbClr val="18B7B0"/>
                </a:solidFill>
              </a:defRPr>
            </a:lvl7pPr>
            <a:lvl8pPr algn="l">
              <a:defRPr sz="825" b="1">
                <a:solidFill>
                  <a:srgbClr val="18B7B0"/>
                </a:solidFill>
              </a:defRPr>
            </a:lvl8pPr>
            <a:lvl9pPr algn="l">
              <a:defRPr sz="82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8B7B0"/>
                </a:solidFill>
              </a:defRPr>
            </a:pPr>
            <a:r>
              <a:rPr sz="825" b="1">
                <a:solidFill>
                  <a:srgbClr val="18B7B0"/>
                </a:solidFill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A55C6B-01D0-4BDA-8D5E-121A95FB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48075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REBUILD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6B1D4D-5A95-44EF-9078-B7E77FF9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195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A7E86"/>
                </a:solidFill>
              </a:defRPr>
            </a:defPPr>
            <a:lvl1pPr algn="l">
              <a:defRPr sz="750" b="0">
                <a:solidFill>
                  <a:srgbClr val="6A7E86"/>
                </a:solidFill>
              </a:defRPr>
            </a:lvl1pPr>
            <a:lvl2pPr algn="l">
              <a:defRPr sz="750" b="0">
                <a:solidFill>
                  <a:srgbClr val="6A7E86"/>
                </a:solidFill>
              </a:defRPr>
            </a:lvl2pPr>
            <a:lvl3pPr algn="l">
              <a:defRPr sz="750" b="0">
                <a:solidFill>
                  <a:srgbClr val="6A7E86"/>
                </a:solidFill>
              </a:defRPr>
            </a:lvl3pPr>
            <a:lvl4pPr algn="l">
              <a:defRPr sz="750" b="0">
                <a:solidFill>
                  <a:srgbClr val="6A7E86"/>
                </a:solidFill>
              </a:defRPr>
            </a:lvl4pPr>
            <a:lvl5pPr algn="l">
              <a:defRPr sz="750" b="0">
                <a:solidFill>
                  <a:srgbClr val="6A7E86"/>
                </a:solidFill>
              </a:defRPr>
            </a:lvl5pPr>
            <a:lvl6pPr algn="l">
              <a:defRPr sz="750" b="0">
                <a:solidFill>
                  <a:srgbClr val="6A7E86"/>
                </a:solidFill>
              </a:defRPr>
            </a:lvl6pPr>
            <a:lvl7pPr algn="l">
              <a:defRPr sz="750" b="0">
                <a:solidFill>
                  <a:srgbClr val="6A7E86"/>
                </a:solidFill>
              </a:defRPr>
            </a:lvl7pPr>
            <a:lvl8pPr algn="l">
              <a:defRPr sz="750" b="0">
                <a:solidFill>
                  <a:srgbClr val="6A7E86"/>
                </a:solidFill>
              </a:defRPr>
            </a:lvl8pPr>
            <a:lvl9pPr algn="l">
              <a:defRPr sz="75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A7E86"/>
                </a:solidFill>
              </a:defRPr>
            </a:pPr>
            <a:r>
              <a:rPr sz="750" b="0">
                <a:solidFill>
                  <a:srgbClr val="6A7E86"/>
                </a:solidFill>
              </a:rPr>
              <a:t>Recompute from clean source state.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2F2738-30B3-4EAA-8907-6636F089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29100"/>
            <a:ext cx="2667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00490D-93FC-42AC-88DF-9C17EDDB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053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18B7B0"/>
                </a:solidFill>
              </a:defRPr>
            </a:defPPr>
            <a:lvl1pPr algn="l">
              <a:defRPr sz="825" b="1">
                <a:solidFill>
                  <a:srgbClr val="18B7B0"/>
                </a:solidFill>
              </a:defRPr>
            </a:lvl1pPr>
            <a:lvl2pPr algn="l">
              <a:defRPr sz="825" b="1">
                <a:solidFill>
                  <a:srgbClr val="18B7B0"/>
                </a:solidFill>
              </a:defRPr>
            </a:lvl2pPr>
            <a:lvl3pPr algn="l">
              <a:defRPr sz="825" b="1">
                <a:solidFill>
                  <a:srgbClr val="18B7B0"/>
                </a:solidFill>
              </a:defRPr>
            </a:lvl3pPr>
            <a:lvl4pPr algn="l">
              <a:defRPr sz="825" b="1">
                <a:solidFill>
                  <a:srgbClr val="18B7B0"/>
                </a:solidFill>
              </a:defRPr>
            </a:lvl4pPr>
            <a:lvl5pPr algn="l">
              <a:defRPr sz="825" b="1">
                <a:solidFill>
                  <a:srgbClr val="18B7B0"/>
                </a:solidFill>
              </a:defRPr>
            </a:lvl5pPr>
            <a:lvl6pPr algn="l">
              <a:defRPr sz="825" b="1">
                <a:solidFill>
                  <a:srgbClr val="18B7B0"/>
                </a:solidFill>
              </a:defRPr>
            </a:lvl6pPr>
            <a:lvl7pPr algn="l">
              <a:defRPr sz="825" b="1">
                <a:solidFill>
                  <a:srgbClr val="18B7B0"/>
                </a:solidFill>
              </a:defRPr>
            </a:lvl7pPr>
            <a:lvl8pPr algn="l">
              <a:defRPr sz="825" b="1">
                <a:solidFill>
                  <a:srgbClr val="18B7B0"/>
                </a:solidFill>
              </a:defRPr>
            </a:lvl8pPr>
            <a:lvl9pPr algn="l">
              <a:defRPr sz="82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8B7B0"/>
                </a:solidFill>
              </a:defRPr>
            </a:pPr>
            <a:r>
              <a:rPr sz="825" b="1">
                <a:solidFill>
                  <a:srgbClr val="18B7B0"/>
                </a:solidFill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3E9BA6-8381-4B04-A040-EABCB65D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86250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PROVE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6D6CB2-5CEB-407B-947C-0322339A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577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6A7E86"/>
                </a:solidFill>
              </a:defRPr>
            </a:defPPr>
            <a:lvl1pPr algn="l">
              <a:defRPr sz="750" b="0">
                <a:solidFill>
                  <a:srgbClr val="6A7E86"/>
                </a:solidFill>
              </a:defRPr>
            </a:lvl1pPr>
            <a:lvl2pPr algn="l">
              <a:defRPr sz="750" b="0">
                <a:solidFill>
                  <a:srgbClr val="6A7E86"/>
                </a:solidFill>
              </a:defRPr>
            </a:lvl2pPr>
            <a:lvl3pPr algn="l">
              <a:defRPr sz="750" b="0">
                <a:solidFill>
                  <a:srgbClr val="6A7E86"/>
                </a:solidFill>
              </a:defRPr>
            </a:lvl3pPr>
            <a:lvl4pPr algn="l">
              <a:defRPr sz="750" b="0">
                <a:solidFill>
                  <a:srgbClr val="6A7E86"/>
                </a:solidFill>
              </a:defRPr>
            </a:lvl4pPr>
            <a:lvl5pPr algn="l">
              <a:defRPr sz="750" b="0">
                <a:solidFill>
                  <a:srgbClr val="6A7E86"/>
                </a:solidFill>
              </a:defRPr>
            </a:lvl5pPr>
            <a:lvl6pPr algn="l">
              <a:defRPr sz="750" b="0">
                <a:solidFill>
                  <a:srgbClr val="6A7E86"/>
                </a:solidFill>
              </a:defRPr>
            </a:lvl6pPr>
            <a:lvl7pPr algn="l">
              <a:defRPr sz="750" b="0">
                <a:solidFill>
                  <a:srgbClr val="6A7E86"/>
                </a:solidFill>
              </a:defRPr>
            </a:lvl7pPr>
            <a:lvl8pPr algn="l">
              <a:defRPr sz="750" b="0">
                <a:solidFill>
                  <a:srgbClr val="6A7E86"/>
                </a:solidFill>
              </a:defRPr>
            </a:lvl8pPr>
            <a:lvl9pPr algn="l">
              <a:defRPr sz="75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6A7E86"/>
                </a:solidFill>
              </a:defRPr>
            </a:pPr>
            <a:r>
              <a:rPr sz="750" b="0">
                <a:solidFill>
                  <a:srgbClr val="6A7E86"/>
                </a:solidFill>
              </a:rPr>
              <a:t>Measure safety, utility and retention.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0D5007-5621-433B-9CB5-A527C1D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193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672448-77F6-4F2E-8093-44635C1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451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B2233"/>
                </a:solidFill>
              </a:defRPr>
            </a:defPPr>
            <a:lvl1pPr algn="l">
              <a:defRPr sz="825" b="1">
                <a:solidFill>
                  <a:srgbClr val="0B2233"/>
                </a:solidFill>
              </a:defRPr>
            </a:lvl1pPr>
            <a:lvl2pPr algn="l">
              <a:defRPr sz="825" b="1">
                <a:solidFill>
                  <a:srgbClr val="0B2233"/>
                </a:solidFill>
              </a:defRPr>
            </a:lvl2pPr>
            <a:lvl3pPr algn="l">
              <a:defRPr sz="825" b="1">
                <a:solidFill>
                  <a:srgbClr val="0B2233"/>
                </a:solidFill>
              </a:defRPr>
            </a:lvl3pPr>
            <a:lvl4pPr algn="l">
              <a:defRPr sz="825" b="1">
                <a:solidFill>
                  <a:srgbClr val="0B2233"/>
                </a:solidFill>
              </a:defRPr>
            </a:lvl4pPr>
            <a:lvl5pPr algn="l">
              <a:defRPr sz="825" b="1">
                <a:solidFill>
                  <a:srgbClr val="0B2233"/>
                </a:solidFill>
              </a:defRPr>
            </a:lvl5pPr>
            <a:lvl6pPr algn="l">
              <a:defRPr sz="825" b="1">
                <a:solidFill>
                  <a:srgbClr val="0B2233"/>
                </a:solidFill>
              </a:defRPr>
            </a:lvl6pPr>
            <a:lvl7pPr algn="l">
              <a:defRPr sz="825" b="1">
                <a:solidFill>
                  <a:srgbClr val="0B2233"/>
                </a:solidFill>
              </a:defRPr>
            </a:lvl7pPr>
            <a:lvl8pPr algn="l">
              <a:defRPr sz="825" b="1">
                <a:solidFill>
                  <a:srgbClr val="0B2233"/>
                </a:solidFill>
              </a:defRPr>
            </a:lvl8pPr>
            <a:lvl9pPr algn="l">
              <a:defRPr sz="8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2233"/>
                </a:solidFill>
              </a:defRPr>
            </a:pPr>
            <a:r>
              <a:rPr sz="825" b="1">
                <a:solidFill>
                  <a:srgbClr val="0B2233"/>
                </a:solidFill>
              </a:rPr>
              <a:t>METHODS · THE CARE LOOP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088B5F-4BFA-486F-B891-C12969E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81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9A8C07-ECEF-47A4-A525-2BD39BD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4819650" cy="2466975"/>
          </a:xfrm>
          <a:prstGeom xmlns:a="http://schemas.openxmlformats.org/drawingml/2006/main" prst="roundRect">
            <a:avLst>
              <a:gd name="adj" fmla="val 4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D29C03-5272-47FE-9F0E-93F5DCA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03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E5E90-7DCE-4B07-B2E4-27753612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741A5F-F820-438F-B2D4-464C0C73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00350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4DB9B0-20D0-4C06-B198-DA729BA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800350"/>
            <a:ext cx="19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C29E1D-3107-4507-ADB3-DFD33D65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95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233"/>
          </a:solidFill>
          <a:ln xmlns:a="http://schemas.openxmlformats.org/drawingml/2006/main" w="9525">
            <a:solidFill>
              <a:srgbClr val="0B223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C34152-B4D4-4320-8455-BC1BE107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65E6E1"/>
                </a:solidFill>
              </a:defRPr>
            </a:defPPr>
            <a:lvl1pPr algn="ctr">
              <a:defRPr sz="1425" b="1">
                <a:solidFill>
                  <a:srgbClr val="65E6E1"/>
                </a:solidFill>
              </a:defRPr>
            </a:lvl1pPr>
            <a:lvl2pPr algn="ctr">
              <a:defRPr sz="1425" b="1">
                <a:solidFill>
                  <a:srgbClr val="65E6E1"/>
                </a:solidFill>
              </a:defRPr>
            </a:lvl2pPr>
            <a:lvl3pPr algn="ctr">
              <a:defRPr sz="1425" b="1">
                <a:solidFill>
                  <a:srgbClr val="65E6E1"/>
                </a:solidFill>
              </a:defRPr>
            </a:lvl3pPr>
            <a:lvl4pPr algn="ctr">
              <a:defRPr sz="1425" b="1">
                <a:solidFill>
                  <a:srgbClr val="65E6E1"/>
                </a:solidFill>
              </a:defRPr>
            </a:lvl4pPr>
            <a:lvl5pPr algn="ctr">
              <a:defRPr sz="1425" b="1">
                <a:solidFill>
                  <a:srgbClr val="65E6E1"/>
                </a:solidFill>
              </a:defRPr>
            </a:lvl5pPr>
            <a:lvl6pPr algn="ctr">
              <a:defRPr sz="1425" b="1">
                <a:solidFill>
                  <a:srgbClr val="65E6E1"/>
                </a:solidFill>
              </a:defRPr>
            </a:lvl6pPr>
            <a:lvl7pPr algn="ctr">
              <a:defRPr sz="1425" b="1">
                <a:solidFill>
                  <a:srgbClr val="65E6E1"/>
                </a:solidFill>
              </a:defRPr>
            </a:lvl7pPr>
            <a:lvl8pPr algn="ctr">
              <a:defRPr sz="1425" b="1">
                <a:solidFill>
                  <a:srgbClr val="65E6E1"/>
                </a:solidFill>
              </a:defRPr>
            </a:lvl8pPr>
            <a:lvl9pPr algn="ctr">
              <a:defRPr sz="142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65E6E1"/>
                </a:solidFill>
              </a:defRPr>
            </a:pPr>
            <a:r>
              <a:rPr sz="1425" b="1">
                <a:solidFill>
                  <a:srgbClr val="65E6E1"/>
                </a:solidFill>
              </a:rPr>
              <a:t>CARE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3B9D89-26F0-4A7D-A87F-BD0ACCD3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623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675" b="0">
                <a:solidFill>
                  <a:srgbClr val="FFFFFF"/>
                </a:solidFill>
              </a:defRPr>
            </a:defPPr>
            <a:lvl1pPr algn="ctr">
              <a:defRPr sz="675" b="0">
                <a:solidFill>
                  <a:srgbClr val="FFFFFF"/>
                </a:solidFill>
              </a:defRPr>
            </a:lvl1pPr>
            <a:lvl2pPr algn="ctr">
              <a:defRPr sz="675" b="0">
                <a:solidFill>
                  <a:srgbClr val="FFFFFF"/>
                </a:solidFill>
              </a:defRPr>
            </a:lvl2pPr>
            <a:lvl3pPr algn="ctr">
              <a:defRPr sz="675" b="0">
                <a:solidFill>
                  <a:srgbClr val="FFFFFF"/>
                </a:solidFill>
              </a:defRPr>
            </a:lvl3pPr>
            <a:lvl4pPr algn="ctr">
              <a:defRPr sz="675" b="0">
                <a:solidFill>
                  <a:srgbClr val="FFFFFF"/>
                </a:solidFill>
              </a:defRPr>
            </a:lvl4pPr>
            <a:lvl5pPr algn="ctr">
              <a:defRPr sz="675" b="0">
                <a:solidFill>
                  <a:srgbClr val="FFFFFF"/>
                </a:solidFill>
              </a:defRPr>
            </a:lvl5pPr>
            <a:lvl6pPr algn="ctr">
              <a:defRPr sz="675" b="0">
                <a:solidFill>
                  <a:srgbClr val="FFFFFF"/>
                </a:solidFill>
              </a:defRPr>
            </a:lvl6pPr>
            <a:lvl7pPr algn="ctr">
              <a:defRPr sz="675" b="0">
                <a:solidFill>
                  <a:srgbClr val="FFFFFF"/>
                </a:solidFill>
              </a:defRPr>
            </a:lvl7pPr>
            <a:lvl8pPr algn="ctr">
              <a:defRPr sz="675" b="0">
                <a:solidFill>
                  <a:srgbClr val="FFFFFF"/>
                </a:solidFill>
              </a:defRPr>
            </a:lvl8pPr>
            <a:lvl9pPr algn="ctr">
              <a:defRPr sz="6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675" b="0">
                <a:solidFill>
                  <a:srgbClr val="FFFFFF"/>
                </a:solidFill>
              </a:defRPr>
            </a:pPr>
            <a:r>
              <a:rPr sz="675" b="0">
                <a:solidFill>
                  <a:srgbClr val="FFFFFF"/>
                </a:solidFill>
              </a:rPr>
              <a:t>bounded repair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68445B-43F5-441F-BE0C-3267FC0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533650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18B7B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A9E6D2-BE09-4A5B-9D89-714CE7FD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6098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8B7B0"/>
                </a:solidFill>
              </a:defRPr>
            </a:defPPr>
            <a:lvl1pPr algn="ctr">
              <a:defRPr sz="1350" b="1">
                <a:solidFill>
                  <a:srgbClr val="18B7B0"/>
                </a:solidFill>
              </a:defRPr>
            </a:lvl1pPr>
            <a:lvl2pPr algn="ctr">
              <a:defRPr sz="1350" b="1">
                <a:solidFill>
                  <a:srgbClr val="18B7B0"/>
                </a:solidFill>
              </a:defRPr>
            </a:lvl2pPr>
            <a:lvl3pPr algn="ctr">
              <a:defRPr sz="1350" b="1">
                <a:solidFill>
                  <a:srgbClr val="18B7B0"/>
                </a:solidFill>
              </a:defRPr>
            </a:lvl3pPr>
            <a:lvl4pPr algn="ctr">
              <a:defRPr sz="1350" b="1">
                <a:solidFill>
                  <a:srgbClr val="18B7B0"/>
                </a:solidFill>
              </a:defRPr>
            </a:lvl4pPr>
            <a:lvl5pPr algn="ctr">
              <a:defRPr sz="1350" b="1">
                <a:solidFill>
                  <a:srgbClr val="18B7B0"/>
                </a:solidFill>
              </a:defRPr>
            </a:lvl5pPr>
            <a:lvl6pPr algn="ctr">
              <a:defRPr sz="1350" b="1">
                <a:solidFill>
                  <a:srgbClr val="18B7B0"/>
                </a:solidFill>
              </a:defRPr>
            </a:lvl6pPr>
            <a:lvl7pPr algn="ctr">
              <a:defRPr sz="1350" b="1">
                <a:solidFill>
                  <a:srgbClr val="18B7B0"/>
                </a:solidFill>
              </a:defRPr>
            </a:lvl7pPr>
            <a:lvl8pPr algn="ctr">
              <a:defRPr sz="1350" b="1">
                <a:solidFill>
                  <a:srgbClr val="18B7B0"/>
                </a:solidFill>
              </a:defRPr>
            </a:lvl8pPr>
            <a:lvl9pPr algn="ctr">
              <a:defRPr sz="13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B7B0"/>
                </a:solidFill>
              </a:defRPr>
            </a:pPr>
            <a:r>
              <a:rPr sz="1350" b="1">
                <a:solidFill>
                  <a:srgbClr val="18B7B0"/>
                </a:solidFill>
              </a:rPr>
              <a:t>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5F6E78-A7CA-4D89-9653-2F09EBDC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003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1">
                <a:solidFill>
                  <a:srgbClr val="0B2233"/>
                </a:solidFill>
              </a:defRPr>
            </a:defPPr>
            <a:lvl1pPr algn="l">
              <a:defRPr sz="600" b="1">
                <a:solidFill>
                  <a:srgbClr val="0B2233"/>
                </a:solidFill>
              </a:defRPr>
            </a:lvl1pPr>
            <a:lvl2pPr algn="l">
              <a:defRPr sz="600" b="1">
                <a:solidFill>
                  <a:srgbClr val="0B2233"/>
                </a:solidFill>
              </a:defRPr>
            </a:lvl2pPr>
            <a:lvl3pPr algn="l">
              <a:defRPr sz="600" b="1">
                <a:solidFill>
                  <a:srgbClr val="0B2233"/>
                </a:solidFill>
              </a:defRPr>
            </a:lvl3pPr>
            <a:lvl4pPr algn="l">
              <a:defRPr sz="600" b="1">
                <a:solidFill>
                  <a:srgbClr val="0B2233"/>
                </a:solidFill>
              </a:defRPr>
            </a:lvl4pPr>
            <a:lvl5pPr algn="l">
              <a:defRPr sz="600" b="1">
                <a:solidFill>
                  <a:srgbClr val="0B2233"/>
                </a:solidFill>
              </a:defRPr>
            </a:lvl5pPr>
            <a:lvl6pPr algn="l">
              <a:defRPr sz="600" b="1">
                <a:solidFill>
                  <a:srgbClr val="0B2233"/>
                </a:solidFill>
              </a:defRPr>
            </a:lvl6pPr>
            <a:lvl7pPr algn="l">
              <a:defRPr sz="600" b="1">
                <a:solidFill>
                  <a:srgbClr val="0B2233"/>
                </a:solidFill>
              </a:defRPr>
            </a:lvl7pPr>
            <a:lvl8pPr algn="l">
              <a:defRPr sz="600" b="1">
                <a:solidFill>
                  <a:srgbClr val="0B2233"/>
                </a:solidFill>
              </a:defRPr>
            </a:lvl8pPr>
            <a:lvl9pPr algn="l">
              <a:defRPr sz="60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B2233"/>
                </a:solidFill>
              </a:defRPr>
            </a:pPr>
            <a:r>
              <a:rPr sz="600" b="1">
                <a:solidFill>
                  <a:srgbClr val="0B2233"/>
                </a:solidFill>
              </a:rPr>
              <a:t>CANDIDATE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98A4D0-0F7C-410D-A876-3EFBF0DF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62250"/>
            <a:ext cx="638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0">
                <a:solidFill>
                  <a:srgbClr val="6A7E86"/>
                </a:solidFill>
              </a:defRPr>
            </a:defPPr>
            <a:lvl1pPr algn="l">
              <a:defRPr sz="600" b="0">
                <a:solidFill>
                  <a:srgbClr val="6A7E86"/>
                </a:solidFill>
              </a:defRPr>
            </a:lvl1pPr>
            <a:lvl2pPr algn="l">
              <a:defRPr sz="600" b="0">
                <a:solidFill>
                  <a:srgbClr val="6A7E86"/>
                </a:solidFill>
              </a:defRPr>
            </a:lvl2pPr>
            <a:lvl3pPr algn="l">
              <a:defRPr sz="600" b="0">
                <a:solidFill>
                  <a:srgbClr val="6A7E86"/>
                </a:solidFill>
              </a:defRPr>
            </a:lvl3pPr>
            <a:lvl4pPr algn="l">
              <a:defRPr sz="600" b="0">
                <a:solidFill>
                  <a:srgbClr val="6A7E86"/>
                </a:solidFill>
              </a:defRPr>
            </a:lvl4pPr>
            <a:lvl5pPr algn="l">
              <a:defRPr sz="600" b="0">
                <a:solidFill>
                  <a:srgbClr val="6A7E86"/>
                </a:solidFill>
              </a:defRPr>
            </a:lvl5pPr>
            <a:lvl6pPr algn="l">
              <a:defRPr sz="600" b="0">
                <a:solidFill>
                  <a:srgbClr val="6A7E86"/>
                </a:solidFill>
              </a:defRPr>
            </a:lvl6pPr>
            <a:lvl7pPr algn="l">
              <a:defRPr sz="600" b="0">
                <a:solidFill>
                  <a:srgbClr val="6A7E86"/>
                </a:solidFill>
              </a:defRPr>
            </a:lvl7pPr>
            <a:lvl8pPr algn="l">
              <a:defRPr sz="600" b="0">
                <a:solidFill>
                  <a:srgbClr val="6A7E86"/>
                </a:solidFill>
              </a:defRPr>
            </a:lvl8pPr>
            <a:lvl9pPr algn="l">
              <a:defRPr sz="60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600" b="0">
                <a:solidFill>
                  <a:srgbClr val="6A7E86"/>
                </a:solidFill>
              </a:defRPr>
            </a:pPr>
            <a:r>
              <a:rPr sz="600" b="0">
                <a:solidFill>
                  <a:srgbClr val="6A7E86"/>
                </a:solidFill>
              </a:rPr>
              <a:t>Find affected closure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02341F-B93C-41C4-92BA-C10DB7C2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33650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4F3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6361B8-0232-4E39-82A4-9F7D91B6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98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2233"/>
                </a:solidFill>
              </a:defRPr>
            </a:defPPr>
            <a:lvl1pPr algn="ctr">
              <a:defRPr sz="1350" b="1">
                <a:solidFill>
                  <a:srgbClr val="0B2233"/>
                </a:solidFill>
              </a:defRPr>
            </a:lvl1pPr>
            <a:lvl2pPr algn="ctr">
              <a:defRPr sz="1350" b="1">
                <a:solidFill>
                  <a:srgbClr val="0B2233"/>
                </a:solidFill>
              </a:defRPr>
            </a:lvl2pPr>
            <a:lvl3pPr algn="ctr">
              <a:defRPr sz="1350" b="1">
                <a:solidFill>
                  <a:srgbClr val="0B2233"/>
                </a:solidFill>
              </a:defRPr>
            </a:lvl3pPr>
            <a:lvl4pPr algn="ctr">
              <a:defRPr sz="1350" b="1">
                <a:solidFill>
                  <a:srgbClr val="0B2233"/>
                </a:solidFill>
              </a:defRPr>
            </a:lvl4pPr>
            <a:lvl5pPr algn="ctr">
              <a:defRPr sz="1350" b="1">
                <a:solidFill>
                  <a:srgbClr val="0B2233"/>
                </a:solidFill>
              </a:defRPr>
            </a:lvl5pPr>
            <a:lvl6pPr algn="ctr">
              <a:defRPr sz="1350" b="1">
                <a:solidFill>
                  <a:srgbClr val="0B2233"/>
                </a:solidFill>
              </a:defRPr>
            </a:lvl6pPr>
            <a:lvl7pPr algn="ctr">
              <a:defRPr sz="1350" b="1">
                <a:solidFill>
                  <a:srgbClr val="0B2233"/>
                </a:solidFill>
              </a:defRPr>
            </a:lvl7pPr>
            <a:lvl8pPr algn="ctr">
              <a:defRPr sz="1350" b="1">
                <a:solidFill>
                  <a:srgbClr val="0B2233"/>
                </a:solidFill>
              </a:defRPr>
            </a:lvl8pPr>
            <a:lvl9pPr algn="ctr">
              <a:defRPr sz="13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2233"/>
                </a:solidFill>
              </a:defRPr>
            </a:pPr>
            <a:r>
              <a:rPr sz="1350" b="1">
                <a:solidFill>
                  <a:srgbClr val="0B2233"/>
                </a:solidFill>
              </a:rPr>
              <a:t>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6A9B6A-1AA9-4932-A3C1-59B390D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003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1">
                <a:solidFill>
                  <a:srgbClr val="0B2233"/>
                </a:solidFill>
              </a:defRPr>
            </a:defPPr>
            <a:lvl1pPr algn="l">
              <a:defRPr sz="600" b="1">
                <a:solidFill>
                  <a:srgbClr val="0B2233"/>
                </a:solidFill>
              </a:defRPr>
            </a:lvl1pPr>
            <a:lvl2pPr algn="l">
              <a:defRPr sz="600" b="1">
                <a:solidFill>
                  <a:srgbClr val="0B2233"/>
                </a:solidFill>
              </a:defRPr>
            </a:lvl2pPr>
            <a:lvl3pPr algn="l">
              <a:defRPr sz="600" b="1">
                <a:solidFill>
                  <a:srgbClr val="0B2233"/>
                </a:solidFill>
              </a:defRPr>
            </a:lvl3pPr>
            <a:lvl4pPr algn="l">
              <a:defRPr sz="600" b="1">
                <a:solidFill>
                  <a:srgbClr val="0B2233"/>
                </a:solidFill>
              </a:defRPr>
            </a:lvl4pPr>
            <a:lvl5pPr algn="l">
              <a:defRPr sz="600" b="1">
                <a:solidFill>
                  <a:srgbClr val="0B2233"/>
                </a:solidFill>
              </a:defRPr>
            </a:lvl5pPr>
            <a:lvl6pPr algn="l">
              <a:defRPr sz="600" b="1">
                <a:solidFill>
                  <a:srgbClr val="0B2233"/>
                </a:solidFill>
              </a:defRPr>
            </a:lvl6pPr>
            <a:lvl7pPr algn="l">
              <a:defRPr sz="600" b="1">
                <a:solidFill>
                  <a:srgbClr val="0B2233"/>
                </a:solidFill>
              </a:defRPr>
            </a:lvl7pPr>
            <a:lvl8pPr algn="l">
              <a:defRPr sz="600" b="1">
                <a:solidFill>
                  <a:srgbClr val="0B2233"/>
                </a:solidFill>
              </a:defRPr>
            </a:lvl8pPr>
            <a:lvl9pPr algn="l">
              <a:defRPr sz="60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B2233"/>
                </a:solidFill>
              </a:defRPr>
            </a:pPr>
            <a:r>
              <a:rPr sz="600" b="1">
                <a:solidFill>
                  <a:srgbClr val="0B2233"/>
                </a:solidFill>
              </a:rPr>
              <a:t>ATTRIBUTION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37B8E9-4D48-4947-9F12-0CADBCC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762250"/>
            <a:ext cx="638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0">
                <a:solidFill>
                  <a:srgbClr val="6A7E86"/>
                </a:solidFill>
              </a:defRPr>
            </a:defPPr>
            <a:lvl1pPr algn="l">
              <a:defRPr sz="600" b="0">
                <a:solidFill>
                  <a:srgbClr val="6A7E86"/>
                </a:solidFill>
              </a:defRPr>
            </a:lvl1pPr>
            <a:lvl2pPr algn="l">
              <a:defRPr sz="600" b="0">
                <a:solidFill>
                  <a:srgbClr val="6A7E86"/>
                </a:solidFill>
              </a:defRPr>
            </a:lvl2pPr>
            <a:lvl3pPr algn="l">
              <a:defRPr sz="600" b="0">
                <a:solidFill>
                  <a:srgbClr val="6A7E86"/>
                </a:solidFill>
              </a:defRPr>
            </a:lvl3pPr>
            <a:lvl4pPr algn="l">
              <a:defRPr sz="600" b="0">
                <a:solidFill>
                  <a:srgbClr val="6A7E86"/>
                </a:solidFill>
              </a:defRPr>
            </a:lvl4pPr>
            <a:lvl5pPr algn="l">
              <a:defRPr sz="600" b="0">
                <a:solidFill>
                  <a:srgbClr val="6A7E86"/>
                </a:solidFill>
              </a:defRPr>
            </a:lvl5pPr>
            <a:lvl6pPr algn="l">
              <a:defRPr sz="600" b="0">
                <a:solidFill>
                  <a:srgbClr val="6A7E86"/>
                </a:solidFill>
              </a:defRPr>
            </a:lvl6pPr>
            <a:lvl7pPr algn="l">
              <a:defRPr sz="600" b="0">
                <a:solidFill>
                  <a:srgbClr val="6A7E86"/>
                </a:solidFill>
              </a:defRPr>
            </a:lvl7pPr>
            <a:lvl8pPr algn="l">
              <a:defRPr sz="600" b="0">
                <a:solidFill>
                  <a:srgbClr val="6A7E86"/>
                </a:solidFill>
              </a:defRPr>
            </a:lvl8pPr>
            <a:lvl9pPr algn="l">
              <a:defRPr sz="60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600" b="0">
                <a:solidFill>
                  <a:srgbClr val="6A7E86"/>
                </a:solidFill>
              </a:defRPr>
            </a:pPr>
            <a:r>
              <a:rPr sz="600" b="0">
                <a:solidFill>
                  <a:srgbClr val="6A7E86"/>
                </a:solidFill>
              </a:rPr>
              <a:t>Prove causal support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C4DB4D-610F-42DB-8355-0F1C4F8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4F3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6381F3-4427-4C8D-88C1-63A9BD31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290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2233"/>
                </a:solidFill>
              </a:defRPr>
            </a:defPPr>
            <a:lvl1pPr algn="ctr">
              <a:defRPr sz="1350" b="1">
                <a:solidFill>
                  <a:srgbClr val="0B2233"/>
                </a:solidFill>
              </a:defRPr>
            </a:lvl1pPr>
            <a:lvl2pPr algn="ctr">
              <a:defRPr sz="1350" b="1">
                <a:solidFill>
                  <a:srgbClr val="0B2233"/>
                </a:solidFill>
              </a:defRPr>
            </a:lvl2pPr>
            <a:lvl3pPr algn="ctr">
              <a:defRPr sz="1350" b="1">
                <a:solidFill>
                  <a:srgbClr val="0B2233"/>
                </a:solidFill>
              </a:defRPr>
            </a:lvl3pPr>
            <a:lvl4pPr algn="ctr">
              <a:defRPr sz="1350" b="1">
                <a:solidFill>
                  <a:srgbClr val="0B2233"/>
                </a:solidFill>
              </a:defRPr>
            </a:lvl4pPr>
            <a:lvl5pPr algn="ctr">
              <a:defRPr sz="1350" b="1">
                <a:solidFill>
                  <a:srgbClr val="0B2233"/>
                </a:solidFill>
              </a:defRPr>
            </a:lvl5pPr>
            <a:lvl6pPr algn="ctr">
              <a:defRPr sz="1350" b="1">
                <a:solidFill>
                  <a:srgbClr val="0B2233"/>
                </a:solidFill>
              </a:defRPr>
            </a:lvl6pPr>
            <a:lvl7pPr algn="ctr">
              <a:defRPr sz="1350" b="1">
                <a:solidFill>
                  <a:srgbClr val="0B2233"/>
                </a:solidFill>
              </a:defRPr>
            </a:lvl7pPr>
            <a:lvl8pPr algn="ctr">
              <a:defRPr sz="1350" b="1">
                <a:solidFill>
                  <a:srgbClr val="0B2233"/>
                </a:solidFill>
              </a:defRPr>
            </a:lvl8pPr>
            <a:lvl9pPr algn="ctr">
              <a:defRPr sz="13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2233"/>
                </a:solidFill>
              </a:defRPr>
            </a:pPr>
            <a:r>
              <a:rPr sz="1350" b="1">
                <a:solidFill>
                  <a:srgbClr val="0B2233"/>
                </a:solidFill>
              </a:rPr>
              <a:t>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17E72A-1FD1-49AE-90AD-090EB9D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195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1">
                <a:solidFill>
                  <a:srgbClr val="0B2233"/>
                </a:solidFill>
              </a:defRPr>
            </a:defPPr>
            <a:lvl1pPr algn="l">
              <a:defRPr sz="600" b="1">
                <a:solidFill>
                  <a:srgbClr val="0B2233"/>
                </a:solidFill>
              </a:defRPr>
            </a:lvl1pPr>
            <a:lvl2pPr algn="l">
              <a:defRPr sz="600" b="1">
                <a:solidFill>
                  <a:srgbClr val="0B2233"/>
                </a:solidFill>
              </a:defRPr>
            </a:lvl2pPr>
            <a:lvl3pPr algn="l">
              <a:defRPr sz="600" b="1">
                <a:solidFill>
                  <a:srgbClr val="0B2233"/>
                </a:solidFill>
              </a:defRPr>
            </a:lvl3pPr>
            <a:lvl4pPr algn="l">
              <a:defRPr sz="600" b="1">
                <a:solidFill>
                  <a:srgbClr val="0B2233"/>
                </a:solidFill>
              </a:defRPr>
            </a:lvl4pPr>
            <a:lvl5pPr algn="l">
              <a:defRPr sz="600" b="1">
                <a:solidFill>
                  <a:srgbClr val="0B2233"/>
                </a:solidFill>
              </a:defRPr>
            </a:lvl5pPr>
            <a:lvl6pPr algn="l">
              <a:defRPr sz="600" b="1">
                <a:solidFill>
                  <a:srgbClr val="0B2233"/>
                </a:solidFill>
              </a:defRPr>
            </a:lvl6pPr>
            <a:lvl7pPr algn="l">
              <a:defRPr sz="600" b="1">
                <a:solidFill>
                  <a:srgbClr val="0B2233"/>
                </a:solidFill>
              </a:defRPr>
            </a:lvl7pPr>
            <a:lvl8pPr algn="l">
              <a:defRPr sz="600" b="1">
                <a:solidFill>
                  <a:srgbClr val="0B2233"/>
                </a:solidFill>
              </a:defRPr>
            </a:lvl8pPr>
            <a:lvl9pPr algn="l">
              <a:defRPr sz="60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B2233"/>
                </a:solidFill>
              </a:defRPr>
            </a:pPr>
            <a:r>
              <a:rPr sz="600" b="1">
                <a:solidFill>
                  <a:srgbClr val="0B2233"/>
                </a:solidFill>
              </a:rPr>
              <a:t>REBUILD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8D11E0-F3C2-4E2D-A515-CC6B970D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981450"/>
            <a:ext cx="638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0">
                <a:solidFill>
                  <a:srgbClr val="6A7E86"/>
                </a:solidFill>
              </a:defRPr>
            </a:defPPr>
            <a:lvl1pPr algn="l">
              <a:defRPr sz="600" b="0">
                <a:solidFill>
                  <a:srgbClr val="6A7E86"/>
                </a:solidFill>
              </a:defRPr>
            </a:lvl1pPr>
            <a:lvl2pPr algn="l">
              <a:defRPr sz="600" b="0">
                <a:solidFill>
                  <a:srgbClr val="6A7E86"/>
                </a:solidFill>
              </a:defRPr>
            </a:lvl2pPr>
            <a:lvl3pPr algn="l">
              <a:defRPr sz="600" b="0">
                <a:solidFill>
                  <a:srgbClr val="6A7E86"/>
                </a:solidFill>
              </a:defRPr>
            </a:lvl3pPr>
            <a:lvl4pPr algn="l">
              <a:defRPr sz="600" b="0">
                <a:solidFill>
                  <a:srgbClr val="6A7E86"/>
                </a:solidFill>
              </a:defRPr>
            </a:lvl4pPr>
            <a:lvl5pPr algn="l">
              <a:defRPr sz="600" b="0">
                <a:solidFill>
                  <a:srgbClr val="6A7E86"/>
                </a:solidFill>
              </a:defRPr>
            </a:lvl5pPr>
            <a:lvl6pPr algn="l">
              <a:defRPr sz="600" b="0">
                <a:solidFill>
                  <a:srgbClr val="6A7E86"/>
                </a:solidFill>
              </a:defRPr>
            </a:lvl6pPr>
            <a:lvl7pPr algn="l">
              <a:defRPr sz="600" b="0">
                <a:solidFill>
                  <a:srgbClr val="6A7E86"/>
                </a:solidFill>
              </a:defRPr>
            </a:lvl7pPr>
            <a:lvl8pPr algn="l">
              <a:defRPr sz="600" b="0">
                <a:solidFill>
                  <a:srgbClr val="6A7E86"/>
                </a:solidFill>
              </a:defRPr>
            </a:lvl8pPr>
            <a:lvl9pPr algn="l">
              <a:defRPr sz="60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600" b="0">
                <a:solidFill>
                  <a:srgbClr val="6A7E86"/>
                </a:solidFill>
              </a:defRPr>
            </a:pPr>
            <a:r>
              <a:rPr sz="600" b="0">
                <a:solidFill>
                  <a:srgbClr val="6A7E86"/>
                </a:solidFill>
              </a:rPr>
              <a:t>Rebuild clean state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9ABE1D-1689-4751-BDE7-1F2CF9D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752850"/>
            <a:ext cx="1066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4F3"/>
          </a:solidFill>
          <a:ln xmlns:a="http://schemas.openxmlformats.org/drawingml/2006/main" w="9525">
            <a:solidFill>
              <a:srgbClr val="C9D9D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0136AA-DECA-4A57-BA35-8BA55A17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829050"/>
            <a:ext cx="23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B2233"/>
                </a:solidFill>
              </a:defRPr>
            </a:defPPr>
            <a:lvl1pPr algn="ctr">
              <a:defRPr sz="1350" b="1">
                <a:solidFill>
                  <a:srgbClr val="0B2233"/>
                </a:solidFill>
              </a:defRPr>
            </a:lvl1pPr>
            <a:lvl2pPr algn="ctr">
              <a:defRPr sz="1350" b="1">
                <a:solidFill>
                  <a:srgbClr val="0B2233"/>
                </a:solidFill>
              </a:defRPr>
            </a:lvl2pPr>
            <a:lvl3pPr algn="ctr">
              <a:defRPr sz="1350" b="1">
                <a:solidFill>
                  <a:srgbClr val="0B2233"/>
                </a:solidFill>
              </a:defRPr>
            </a:lvl3pPr>
            <a:lvl4pPr algn="ctr">
              <a:defRPr sz="1350" b="1">
                <a:solidFill>
                  <a:srgbClr val="0B2233"/>
                </a:solidFill>
              </a:defRPr>
            </a:lvl4pPr>
            <a:lvl5pPr algn="ctr">
              <a:defRPr sz="1350" b="1">
                <a:solidFill>
                  <a:srgbClr val="0B2233"/>
                </a:solidFill>
              </a:defRPr>
            </a:lvl5pPr>
            <a:lvl6pPr algn="ctr">
              <a:defRPr sz="1350" b="1">
                <a:solidFill>
                  <a:srgbClr val="0B2233"/>
                </a:solidFill>
              </a:defRPr>
            </a:lvl6pPr>
            <a:lvl7pPr algn="ctr">
              <a:defRPr sz="1350" b="1">
                <a:solidFill>
                  <a:srgbClr val="0B2233"/>
                </a:solidFill>
              </a:defRPr>
            </a:lvl7pPr>
            <a:lvl8pPr algn="ctr">
              <a:defRPr sz="1350" b="1">
                <a:solidFill>
                  <a:srgbClr val="0B2233"/>
                </a:solidFill>
              </a:defRPr>
            </a:lvl8pPr>
            <a:lvl9pPr algn="ctr">
              <a:defRPr sz="13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B2233"/>
                </a:solidFill>
              </a:defRPr>
            </a:pPr>
            <a:r>
              <a:rPr sz="1350" b="1">
                <a:solidFill>
                  <a:srgbClr val="0B2233"/>
                </a:solidFill>
              </a:rPr>
              <a:t>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F495C9-24ED-4BBE-BFE6-0E9930B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195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1">
                <a:solidFill>
                  <a:srgbClr val="0B2233"/>
                </a:solidFill>
              </a:defRPr>
            </a:defPPr>
            <a:lvl1pPr algn="l">
              <a:defRPr sz="600" b="1">
                <a:solidFill>
                  <a:srgbClr val="0B2233"/>
                </a:solidFill>
              </a:defRPr>
            </a:lvl1pPr>
            <a:lvl2pPr algn="l">
              <a:defRPr sz="600" b="1">
                <a:solidFill>
                  <a:srgbClr val="0B2233"/>
                </a:solidFill>
              </a:defRPr>
            </a:lvl2pPr>
            <a:lvl3pPr algn="l">
              <a:defRPr sz="600" b="1">
                <a:solidFill>
                  <a:srgbClr val="0B2233"/>
                </a:solidFill>
              </a:defRPr>
            </a:lvl3pPr>
            <a:lvl4pPr algn="l">
              <a:defRPr sz="600" b="1">
                <a:solidFill>
                  <a:srgbClr val="0B2233"/>
                </a:solidFill>
              </a:defRPr>
            </a:lvl4pPr>
            <a:lvl5pPr algn="l">
              <a:defRPr sz="600" b="1">
                <a:solidFill>
                  <a:srgbClr val="0B2233"/>
                </a:solidFill>
              </a:defRPr>
            </a:lvl5pPr>
            <a:lvl6pPr algn="l">
              <a:defRPr sz="600" b="1">
                <a:solidFill>
                  <a:srgbClr val="0B2233"/>
                </a:solidFill>
              </a:defRPr>
            </a:lvl6pPr>
            <a:lvl7pPr algn="l">
              <a:defRPr sz="600" b="1">
                <a:solidFill>
                  <a:srgbClr val="0B2233"/>
                </a:solidFill>
              </a:defRPr>
            </a:lvl7pPr>
            <a:lvl8pPr algn="l">
              <a:defRPr sz="600" b="1">
                <a:solidFill>
                  <a:srgbClr val="0B2233"/>
                </a:solidFill>
              </a:defRPr>
            </a:lvl8pPr>
            <a:lvl9pPr algn="l">
              <a:defRPr sz="60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0B2233"/>
                </a:solidFill>
              </a:defRPr>
            </a:pPr>
            <a:r>
              <a:rPr sz="600" b="1">
                <a:solidFill>
                  <a:srgbClr val="0B2233"/>
                </a:solidFill>
              </a:rPr>
              <a:t>ENFORCE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A51E1F-9401-46E7-9633-AE70715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81450"/>
            <a:ext cx="638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00" b="0">
                <a:solidFill>
                  <a:srgbClr val="6A7E86"/>
                </a:solidFill>
              </a:defRPr>
            </a:defPPr>
            <a:lvl1pPr algn="l">
              <a:defRPr sz="600" b="0">
                <a:solidFill>
                  <a:srgbClr val="6A7E86"/>
                </a:solidFill>
              </a:defRPr>
            </a:lvl1pPr>
            <a:lvl2pPr algn="l">
              <a:defRPr sz="600" b="0">
                <a:solidFill>
                  <a:srgbClr val="6A7E86"/>
                </a:solidFill>
              </a:defRPr>
            </a:lvl2pPr>
            <a:lvl3pPr algn="l">
              <a:defRPr sz="600" b="0">
                <a:solidFill>
                  <a:srgbClr val="6A7E86"/>
                </a:solidFill>
              </a:defRPr>
            </a:lvl3pPr>
            <a:lvl4pPr algn="l">
              <a:defRPr sz="600" b="0">
                <a:solidFill>
                  <a:srgbClr val="6A7E86"/>
                </a:solidFill>
              </a:defRPr>
            </a:lvl4pPr>
            <a:lvl5pPr algn="l">
              <a:defRPr sz="600" b="0">
                <a:solidFill>
                  <a:srgbClr val="6A7E86"/>
                </a:solidFill>
              </a:defRPr>
            </a:lvl5pPr>
            <a:lvl6pPr algn="l">
              <a:defRPr sz="600" b="0">
                <a:solidFill>
                  <a:srgbClr val="6A7E86"/>
                </a:solidFill>
              </a:defRPr>
            </a:lvl6pPr>
            <a:lvl7pPr algn="l">
              <a:defRPr sz="600" b="0">
                <a:solidFill>
                  <a:srgbClr val="6A7E86"/>
                </a:solidFill>
              </a:defRPr>
            </a:lvl7pPr>
            <a:lvl8pPr algn="l">
              <a:defRPr sz="600" b="0">
                <a:solidFill>
                  <a:srgbClr val="6A7E86"/>
                </a:solidFill>
              </a:defRPr>
            </a:lvl8pPr>
            <a:lvl9pPr algn="l">
              <a:defRPr sz="60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l">
              <a:defRPr sz="600" b="0">
                <a:solidFill>
                  <a:srgbClr val="6A7E86"/>
                </a:solidFill>
              </a:defRPr>
            </a:pPr>
            <a:r>
              <a:rPr sz="600" b="0">
                <a:solidFill>
                  <a:srgbClr val="6A7E86"/>
                </a:solidFill>
              </a:rPr>
              <a:t>Make deletion stick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F92936-530F-43BE-8033-F392C33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6245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Paired evaluation matrix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DF2FB7-73C5-4562-8959-DD886126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6245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0">
                <a:solidFill>
                  <a:srgbClr val="6A7E86"/>
                </a:solidFill>
              </a:defRPr>
            </a:defPPr>
            <a:lvl1pPr algn="r">
              <a:defRPr sz="750" b="0">
                <a:solidFill>
                  <a:srgbClr val="6A7E86"/>
                </a:solidFill>
              </a:defRPr>
            </a:lvl1pPr>
            <a:lvl2pPr algn="r">
              <a:defRPr sz="750" b="0">
                <a:solidFill>
                  <a:srgbClr val="6A7E86"/>
                </a:solidFill>
              </a:defRPr>
            </a:lvl2pPr>
            <a:lvl3pPr algn="r">
              <a:defRPr sz="750" b="0">
                <a:solidFill>
                  <a:srgbClr val="6A7E86"/>
                </a:solidFill>
              </a:defRPr>
            </a:lvl3pPr>
            <a:lvl4pPr algn="r">
              <a:defRPr sz="750" b="0">
                <a:solidFill>
                  <a:srgbClr val="6A7E86"/>
                </a:solidFill>
              </a:defRPr>
            </a:lvl4pPr>
            <a:lvl5pPr algn="r">
              <a:defRPr sz="750" b="0">
                <a:solidFill>
                  <a:srgbClr val="6A7E86"/>
                </a:solidFill>
              </a:defRPr>
            </a:lvl5pPr>
            <a:lvl6pPr algn="r">
              <a:defRPr sz="750" b="0">
                <a:solidFill>
                  <a:srgbClr val="6A7E86"/>
                </a:solidFill>
              </a:defRPr>
            </a:lvl6pPr>
            <a:lvl7pPr algn="r">
              <a:defRPr sz="750" b="0">
                <a:solidFill>
                  <a:srgbClr val="6A7E86"/>
                </a:solidFill>
              </a:defRPr>
            </a:lvl7pPr>
            <a:lvl8pPr algn="r">
              <a:defRPr sz="750" b="0">
                <a:solidFill>
                  <a:srgbClr val="6A7E86"/>
                </a:solidFill>
              </a:defRPr>
            </a:lvl8pPr>
            <a:lvl9pPr algn="r">
              <a:defRPr sz="750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r">
              <a:defRPr sz="750" b="0">
                <a:solidFill>
                  <a:srgbClr val="6A7E86"/>
                </a:solidFill>
              </a:defRPr>
            </a:pPr>
            <a:r>
              <a:rPr sz="750" b="0">
                <a:solidFill>
                  <a:srgbClr val="6A7E86"/>
                </a:solidFill>
              </a:rPr>
              <a:t>incident conditions × repair policies × evidence gates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022348-522E-4196-B0AD-EA881002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57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8B7B0"/>
                </a:solidFill>
              </a:defRPr>
            </a:defPPr>
            <a:lvl1pPr algn="l">
              <a:defRPr sz="750" b="1">
                <a:solidFill>
                  <a:srgbClr val="18B7B0"/>
                </a:solidFill>
              </a:defRPr>
            </a:lvl1pPr>
            <a:lvl2pPr algn="l">
              <a:defRPr sz="750" b="1">
                <a:solidFill>
                  <a:srgbClr val="18B7B0"/>
                </a:solidFill>
              </a:defRPr>
            </a:lvl2pPr>
            <a:lvl3pPr algn="l">
              <a:defRPr sz="750" b="1">
                <a:solidFill>
                  <a:srgbClr val="18B7B0"/>
                </a:solidFill>
              </a:defRPr>
            </a:lvl3pPr>
            <a:lvl4pPr algn="l">
              <a:defRPr sz="750" b="1">
                <a:solidFill>
                  <a:srgbClr val="18B7B0"/>
                </a:solidFill>
              </a:defRPr>
            </a:lvl4pPr>
            <a:lvl5pPr algn="l">
              <a:defRPr sz="750" b="1">
                <a:solidFill>
                  <a:srgbClr val="18B7B0"/>
                </a:solidFill>
              </a:defRPr>
            </a:lvl5pPr>
            <a:lvl6pPr algn="l">
              <a:defRPr sz="750" b="1">
                <a:solidFill>
                  <a:srgbClr val="18B7B0"/>
                </a:solidFill>
              </a:defRPr>
            </a:lvl6pPr>
            <a:lvl7pPr algn="l">
              <a:defRPr sz="750" b="1">
                <a:solidFill>
                  <a:srgbClr val="18B7B0"/>
                </a:solidFill>
              </a:defRPr>
            </a:lvl7pPr>
            <a:lvl8pPr algn="l">
              <a:defRPr sz="750" b="1">
                <a:solidFill>
                  <a:srgbClr val="18B7B0"/>
                </a:solidFill>
              </a:defRPr>
            </a:lvl8pPr>
            <a:lvl9pPr algn="l">
              <a:defRPr sz="750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18B7B0"/>
                </a:solidFill>
              </a:defRPr>
            </a:pPr>
            <a:r>
              <a:rPr sz="750" b="1">
                <a:solidFill>
                  <a:srgbClr val="18B7B0"/>
                </a:solidFill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69D55B4-CE17-4381-BE4E-D178158E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577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0B2233"/>
                </a:solidFill>
              </a:defRPr>
            </a:defPPr>
            <a:lvl1pPr algn="l">
              <a:defRPr sz="825" b="1">
                <a:solidFill>
                  <a:srgbClr val="0B2233"/>
                </a:solidFill>
              </a:defRPr>
            </a:lvl1pPr>
            <a:lvl2pPr algn="l">
              <a:defRPr sz="825" b="1">
                <a:solidFill>
                  <a:srgbClr val="0B2233"/>
                </a:solidFill>
              </a:defRPr>
            </a:lvl2pPr>
            <a:lvl3pPr algn="l">
              <a:defRPr sz="825" b="1">
                <a:solidFill>
                  <a:srgbClr val="0B2233"/>
                </a:solidFill>
              </a:defRPr>
            </a:lvl3pPr>
            <a:lvl4pPr algn="l">
              <a:defRPr sz="825" b="1">
                <a:solidFill>
                  <a:srgbClr val="0B2233"/>
                </a:solidFill>
              </a:defRPr>
            </a:lvl4pPr>
            <a:lvl5pPr algn="l">
              <a:defRPr sz="825" b="1">
                <a:solidFill>
                  <a:srgbClr val="0B2233"/>
                </a:solidFill>
              </a:defRPr>
            </a:lvl5pPr>
            <a:lvl6pPr algn="l">
              <a:defRPr sz="825" b="1">
                <a:solidFill>
                  <a:srgbClr val="0B2233"/>
                </a:solidFill>
              </a:defRPr>
            </a:lvl6pPr>
            <a:lvl7pPr algn="l">
              <a:defRPr sz="825" b="1">
                <a:solidFill>
                  <a:srgbClr val="0B2233"/>
                </a:solidFill>
              </a:defRPr>
            </a:lvl7pPr>
            <a:lvl8pPr algn="l">
              <a:defRPr sz="825" b="1">
                <a:solidFill>
                  <a:srgbClr val="0B2233"/>
                </a:solidFill>
              </a:defRPr>
            </a:lvl8pPr>
            <a:lvl9pPr algn="l">
              <a:defRPr sz="825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0B2233"/>
                </a:solidFill>
              </a:defRPr>
            </a:pPr>
            <a:r>
              <a:rPr sz="825" b="1">
                <a:solidFill>
                  <a:srgbClr val="0B2233"/>
                </a:solidFill>
              </a:rPr>
              <a:t>PROTOTYPE · CURRENT PROGRESS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6DFB93-2C0B-464B-9741-7934929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67325"/>
            <a:ext cx="773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D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3A4791-0EDA-4A36-99EF-4799F7F459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c5d76b15a4a44"/>
          <a:srcRect xmlns:a="http://schemas.openxmlformats.org/drawingml/2006/main" l="0" t="32656" r="0" b="32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5324475"/>
            <a:ext cx="4876800" cy="1057275"/>
          </a:xfrm>
          <a:prstGeom xmlns:a="http://schemas.openxmlformats.org/drawingml/2006/main" prst="rect">
            <a:avLst/>
          </a:prstGeom>
        </p:spPr>
      </p:pic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BF64391-D142-48A4-8696-7FC0DCD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24475"/>
            <a:ext cx="27051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6151D"/>
          </a:solidFill>
          <a:ln xmlns:a="http://schemas.openxmlformats.org/drawingml/2006/main" w="9525">
            <a:solidFill>
              <a:srgbClr val="06151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7509408-2464-41B2-A48A-D19DD9CD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29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65E6E1"/>
                </a:solidFill>
              </a:defRPr>
            </a:defPPr>
            <a:lvl1pPr algn="l">
              <a:defRPr sz="675" b="1">
                <a:solidFill>
                  <a:srgbClr val="65E6E1"/>
                </a:solidFill>
              </a:defRPr>
            </a:lvl1pPr>
            <a:lvl2pPr algn="l">
              <a:defRPr sz="675" b="1">
                <a:solidFill>
                  <a:srgbClr val="65E6E1"/>
                </a:solidFill>
              </a:defRPr>
            </a:lvl2pPr>
            <a:lvl3pPr algn="l">
              <a:defRPr sz="675" b="1">
                <a:solidFill>
                  <a:srgbClr val="65E6E1"/>
                </a:solidFill>
              </a:defRPr>
            </a:lvl3pPr>
            <a:lvl4pPr algn="l">
              <a:defRPr sz="675" b="1">
                <a:solidFill>
                  <a:srgbClr val="65E6E1"/>
                </a:solidFill>
              </a:defRPr>
            </a:lvl4pPr>
            <a:lvl5pPr algn="l">
              <a:defRPr sz="675" b="1">
                <a:solidFill>
                  <a:srgbClr val="65E6E1"/>
                </a:solidFill>
              </a:defRPr>
            </a:lvl5pPr>
            <a:lvl6pPr algn="l">
              <a:defRPr sz="675" b="1">
                <a:solidFill>
                  <a:srgbClr val="65E6E1"/>
                </a:solidFill>
              </a:defRPr>
            </a:lvl6pPr>
            <a:lvl7pPr algn="l">
              <a:defRPr sz="675" b="1">
                <a:solidFill>
                  <a:srgbClr val="65E6E1"/>
                </a:solidFill>
              </a:defRPr>
            </a:lvl7pPr>
            <a:lvl8pPr algn="l">
              <a:defRPr sz="675" b="1">
                <a:solidFill>
                  <a:srgbClr val="65E6E1"/>
                </a:solidFill>
              </a:defRPr>
            </a:lvl8pPr>
            <a:lvl9pPr algn="l">
              <a:defRPr sz="67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65E6E1"/>
                </a:solidFill>
              </a:defRPr>
            </a:pPr>
            <a:r>
              <a:rPr sz="675" b="1">
                <a:solidFill>
                  <a:srgbClr val="65E6E1"/>
                </a:solidFill>
              </a:rPr>
              <a:t>RUNNABLE PROTOTYPE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E756602-287D-400D-83A1-2F7CB6E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9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</a:defRPr>
            </a:defPPr>
            <a:lvl1pPr algn="l">
              <a:defRPr sz="1125" b="1">
                <a:solidFill>
                  <a:srgbClr val="FFFFFF"/>
                </a:solidFill>
              </a:defRPr>
            </a:lvl1pPr>
            <a:lvl2pPr algn="l">
              <a:defRPr sz="1125" b="1">
                <a:solidFill>
                  <a:srgbClr val="FFFFFF"/>
                </a:solidFill>
              </a:defRPr>
            </a:lvl2pPr>
            <a:lvl3pPr algn="l">
              <a:defRPr sz="1125" b="1">
                <a:solidFill>
                  <a:srgbClr val="FFFFFF"/>
                </a:solidFill>
              </a:defRPr>
            </a:lvl3pPr>
            <a:lvl4pPr algn="l">
              <a:defRPr sz="1125" b="1">
                <a:solidFill>
                  <a:srgbClr val="FFFFFF"/>
                </a:solidFill>
              </a:defRPr>
            </a:lvl4pPr>
            <a:lvl5pPr algn="l">
              <a:defRPr sz="1125" b="1">
                <a:solidFill>
                  <a:srgbClr val="FFFFFF"/>
                </a:solidFill>
              </a:defRPr>
            </a:lvl5pPr>
            <a:lvl6pPr algn="l">
              <a:defRPr sz="1125" b="1">
                <a:solidFill>
                  <a:srgbClr val="FFFFFF"/>
                </a:solidFill>
              </a:defRPr>
            </a:lvl6pPr>
            <a:lvl7pPr algn="l">
              <a:defRPr sz="1125" b="1">
                <a:solidFill>
                  <a:srgbClr val="FFFFFF"/>
                </a:solidFill>
              </a:defRPr>
            </a:lvl7pPr>
            <a:lvl8pPr algn="l">
              <a:defRPr sz="1125" b="1">
                <a:solidFill>
                  <a:srgbClr val="FFFFFF"/>
                </a:solidFill>
              </a:defRPr>
            </a:lvl8pPr>
            <a:lvl9pPr algn="l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Clinician-facing assurance console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4FB39B8-54B7-4F41-ACCE-EF3BD84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8864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BAD0D7"/>
                </a:solidFill>
              </a:defRPr>
            </a:defPPr>
            <a:lvl1pPr algn="l">
              <a:defRPr sz="750" b="0">
                <a:solidFill>
                  <a:srgbClr val="BAD0D7"/>
                </a:solidFill>
              </a:defRPr>
            </a:lvl1pPr>
            <a:lvl2pPr algn="l">
              <a:defRPr sz="750" b="0">
                <a:solidFill>
                  <a:srgbClr val="BAD0D7"/>
                </a:solidFill>
              </a:defRPr>
            </a:lvl2pPr>
            <a:lvl3pPr algn="l">
              <a:defRPr sz="750" b="0">
                <a:solidFill>
                  <a:srgbClr val="BAD0D7"/>
                </a:solidFill>
              </a:defRPr>
            </a:lvl3pPr>
            <a:lvl4pPr algn="l">
              <a:defRPr sz="750" b="0">
                <a:solidFill>
                  <a:srgbClr val="BAD0D7"/>
                </a:solidFill>
              </a:defRPr>
            </a:lvl4pPr>
            <a:lvl5pPr algn="l">
              <a:defRPr sz="750" b="0">
                <a:solidFill>
                  <a:srgbClr val="BAD0D7"/>
                </a:solidFill>
              </a:defRPr>
            </a:lvl5pPr>
            <a:lvl6pPr algn="l">
              <a:defRPr sz="750" b="0">
                <a:solidFill>
                  <a:srgbClr val="BAD0D7"/>
                </a:solidFill>
              </a:defRPr>
            </a:lvl6pPr>
            <a:lvl7pPr algn="l">
              <a:defRPr sz="750" b="0">
                <a:solidFill>
                  <a:srgbClr val="BAD0D7"/>
                </a:solidFill>
              </a:defRPr>
            </a:lvl7pPr>
            <a:lvl8pPr algn="l">
              <a:defRPr sz="750" b="0">
                <a:solidFill>
                  <a:srgbClr val="BAD0D7"/>
                </a:solidFill>
              </a:defRPr>
            </a:lvl8pPr>
            <a:lvl9pPr algn="l">
              <a:defRPr sz="750" b="0">
                <a:solidFill>
                  <a:srgbClr val="BAD0D7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BAD0D7"/>
                </a:solidFill>
              </a:defRPr>
            </a:pPr>
            <a:r>
              <a:rPr sz="750" b="0">
                <a:solidFill>
                  <a:srgbClr val="BAD0D7"/>
                </a:solidFill>
              </a:rPr>
              <a:t>Role-aware views · held-record review · deterministic local answers · synthetic FHIR evidence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51FAE4-7A8C-41AE-9A6B-A76B32D0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BE10F9-5B97-459C-9D92-2C9B36A2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81775"/>
            <a:ext cx="752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LAKSHIT SACHDEVA · TRAYEE NAYAMPALLI · ANANNYA SAMUDRA · SOHUM SAWANT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78BDE1F-3302-4C9C-88E9-12CA369E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8177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0">
                <a:solidFill>
                  <a:srgbClr val="6A7E86"/>
                </a:solidFill>
              </a:defRPr>
            </a:defPPr>
            <a:lvl1pPr algn="r">
              <a:defRPr sz="675" b="0">
                <a:solidFill>
                  <a:srgbClr val="6A7E86"/>
                </a:solidFill>
              </a:defRPr>
            </a:lvl1pPr>
            <a:lvl2pPr algn="r">
              <a:defRPr sz="675" b="0">
                <a:solidFill>
                  <a:srgbClr val="6A7E86"/>
                </a:solidFill>
              </a:defRPr>
            </a:lvl2pPr>
            <a:lvl3pPr algn="r">
              <a:defRPr sz="675" b="0">
                <a:solidFill>
                  <a:srgbClr val="6A7E86"/>
                </a:solidFill>
              </a:defRPr>
            </a:lvl3pPr>
            <a:lvl4pPr algn="r">
              <a:defRPr sz="675" b="0">
                <a:solidFill>
                  <a:srgbClr val="6A7E86"/>
                </a:solidFill>
              </a:defRPr>
            </a:lvl4pPr>
            <a:lvl5pPr algn="r">
              <a:defRPr sz="675" b="0">
                <a:solidFill>
                  <a:srgbClr val="6A7E86"/>
                </a:solidFill>
              </a:defRPr>
            </a:lvl5pPr>
            <a:lvl6pPr algn="r">
              <a:defRPr sz="675" b="0">
                <a:solidFill>
                  <a:srgbClr val="6A7E86"/>
                </a:solidFill>
              </a:defRPr>
            </a:lvl6pPr>
            <a:lvl7pPr algn="r">
              <a:defRPr sz="675" b="0">
                <a:solidFill>
                  <a:srgbClr val="6A7E86"/>
                </a:solidFill>
              </a:defRPr>
            </a:lvl7pPr>
            <a:lvl8pPr algn="r">
              <a:defRPr sz="675" b="0">
                <a:solidFill>
                  <a:srgbClr val="6A7E86"/>
                </a:solidFill>
              </a:defRPr>
            </a:lvl8pPr>
            <a:lvl9pPr algn="r">
              <a:defRPr sz="675" b="0">
                <a:solidFill>
                  <a:srgbClr val="6A7E86"/>
                </a:solidFill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6A7E86"/>
                </a:solidFill>
              </a:defRPr>
            </a:pPr>
            <a:r>
              <a:rPr sz="675" b="0">
                <a:solidFill>
                  <a:srgbClr val="6A7E86"/>
                </a:solidFill>
              </a:rPr>
              <a:t>SVKM's NMIMS · MPSTME · Project mentor: To Be Confirmed</a:t>
            </a:r>
          </a:p>
        </p:txBody>
      </p:sp>
    </p:spTree>
    <p:extLst>
      <p:ext uri="{BB962C8B-B14F-4D97-AF65-F5344CB8AC3E}">
        <p14:creationId xmlns:p14="http://schemas.microsoft.com/office/powerpoint/2010/main" val="2013310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CFE2C-A660-4C7F-AE63-FF1BA759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1FEBD-FE72-4220-A665-13406018C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6321ab4174c89"/>
          <a:stretch xmlns:a="http://schemas.openxmlformats.org/drawingml/2006/main"/>
        </p:blipFill>
        <p:spPr>
          <a:xfrm xmlns:a="http://schemas.openxmlformats.org/drawingml/2006/main">
            <a:off x="265249" y="95250"/>
            <a:ext cx="460103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49D91-F6FA-4DD3-B34F-B708A82E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EVIDENCE, INTERPRETATION &amp;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4790F-4F9B-4408-9812-17E33D50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9075"/>
            <a:ext cx="2143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50" b="1">
                <a:solidFill>
                  <a:srgbClr val="65E6E1"/>
                </a:solidFill>
              </a:defRPr>
            </a:defPPr>
            <a:lvl1pPr algn="r">
              <a:defRPr sz="750" b="1">
                <a:solidFill>
                  <a:srgbClr val="65E6E1"/>
                </a:solidFill>
              </a:defRPr>
            </a:lvl1pPr>
            <a:lvl2pPr algn="r">
              <a:defRPr sz="750" b="1">
                <a:solidFill>
                  <a:srgbClr val="65E6E1"/>
                </a:solidFill>
              </a:defRPr>
            </a:lvl2pPr>
            <a:lvl3pPr algn="r">
              <a:defRPr sz="750" b="1">
                <a:solidFill>
                  <a:srgbClr val="65E6E1"/>
                </a:solidFill>
              </a:defRPr>
            </a:lvl3pPr>
            <a:lvl4pPr algn="r">
              <a:defRPr sz="750" b="1">
                <a:solidFill>
                  <a:srgbClr val="65E6E1"/>
                </a:solidFill>
              </a:defRPr>
            </a:lvl4pPr>
            <a:lvl5pPr algn="r">
              <a:defRPr sz="750" b="1">
                <a:solidFill>
                  <a:srgbClr val="65E6E1"/>
                </a:solidFill>
              </a:defRPr>
            </a:lvl5pPr>
            <a:lvl6pPr algn="r">
              <a:defRPr sz="750" b="1">
                <a:solidFill>
                  <a:srgbClr val="65E6E1"/>
                </a:solidFill>
              </a:defRPr>
            </a:lvl6pPr>
            <a:lvl7pPr algn="r">
              <a:defRPr sz="750" b="1">
                <a:solidFill>
                  <a:srgbClr val="65E6E1"/>
                </a:solidFill>
              </a:defRPr>
            </a:lvl7pPr>
            <a:lvl8pPr algn="r">
              <a:defRPr sz="750" b="1">
                <a:solidFill>
                  <a:srgbClr val="65E6E1"/>
                </a:solidFill>
              </a:defRPr>
            </a:lvl8pPr>
            <a:lvl9pPr algn="r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AEGIS·CARE · PAGE 2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64D6-B34C-498B-928C-4E08F492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4C654-9E34-4B84-8EAF-61DCF63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65E6E1"/>
                </a:solidFill>
              </a:defRPr>
            </a:defPPr>
            <a:lvl1pPr algn="l">
              <a:defRPr sz="1950" b="1">
                <a:solidFill>
                  <a:srgbClr val="65E6E1"/>
                </a:solidFill>
              </a:defRPr>
            </a:lvl1pPr>
            <a:lvl2pPr algn="l">
              <a:defRPr sz="1950" b="1">
                <a:solidFill>
                  <a:srgbClr val="65E6E1"/>
                </a:solidFill>
              </a:defRPr>
            </a:lvl2pPr>
            <a:lvl3pPr algn="l">
              <a:defRPr sz="1950" b="1">
                <a:solidFill>
                  <a:srgbClr val="65E6E1"/>
                </a:solidFill>
              </a:defRPr>
            </a:lvl3pPr>
            <a:lvl4pPr algn="l">
              <a:defRPr sz="1950" b="1">
                <a:solidFill>
                  <a:srgbClr val="65E6E1"/>
                </a:solidFill>
              </a:defRPr>
            </a:lvl4pPr>
            <a:lvl5pPr algn="l">
              <a:defRPr sz="1950" b="1">
                <a:solidFill>
                  <a:srgbClr val="65E6E1"/>
                </a:solidFill>
              </a:defRPr>
            </a:lvl5pPr>
            <a:lvl6pPr algn="l">
              <a:defRPr sz="1950" b="1">
                <a:solidFill>
                  <a:srgbClr val="65E6E1"/>
                </a:solidFill>
              </a:defRPr>
            </a:lvl6pPr>
            <a:lvl7pPr algn="l">
              <a:defRPr sz="1950" b="1">
                <a:solidFill>
                  <a:srgbClr val="65E6E1"/>
                </a:solidFill>
              </a:defRPr>
            </a:lvl7pPr>
            <a:lvl8pPr algn="l">
              <a:defRPr sz="1950" b="1">
                <a:solidFill>
                  <a:srgbClr val="65E6E1"/>
                </a:solidFill>
              </a:defRPr>
            </a:lvl8pPr>
            <a:lvl9pPr algn="l">
              <a:defRPr sz="19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5E6E1"/>
                </a:solidFill>
              </a:defRPr>
            </a:pPr>
            <a:r>
              <a:rPr sz="1950" b="1">
                <a:solidFill>
                  <a:srgbClr val="65E6E1"/>
                </a:solidFill>
              </a:rPr>
              <a:t>0.000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30DE0-614C-4F23-BC19-BDBCA98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RESIDUAL WRONG-ANSWER HARM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90FF5-13ED-476C-A8E1-2C051954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0654B-9B9D-4897-9C4F-D6A4CD30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65E6E1"/>
                </a:solidFill>
              </a:defRPr>
            </a:defPPr>
            <a:lvl1pPr algn="l">
              <a:defRPr sz="1950" b="1">
                <a:solidFill>
                  <a:srgbClr val="65E6E1"/>
                </a:solidFill>
              </a:defRPr>
            </a:lvl1pPr>
            <a:lvl2pPr algn="l">
              <a:defRPr sz="1950" b="1">
                <a:solidFill>
                  <a:srgbClr val="65E6E1"/>
                </a:solidFill>
              </a:defRPr>
            </a:lvl2pPr>
            <a:lvl3pPr algn="l">
              <a:defRPr sz="1950" b="1">
                <a:solidFill>
                  <a:srgbClr val="65E6E1"/>
                </a:solidFill>
              </a:defRPr>
            </a:lvl3pPr>
            <a:lvl4pPr algn="l">
              <a:defRPr sz="1950" b="1">
                <a:solidFill>
                  <a:srgbClr val="65E6E1"/>
                </a:solidFill>
              </a:defRPr>
            </a:lvl4pPr>
            <a:lvl5pPr algn="l">
              <a:defRPr sz="1950" b="1">
                <a:solidFill>
                  <a:srgbClr val="65E6E1"/>
                </a:solidFill>
              </a:defRPr>
            </a:lvl5pPr>
            <a:lvl6pPr algn="l">
              <a:defRPr sz="1950" b="1">
                <a:solidFill>
                  <a:srgbClr val="65E6E1"/>
                </a:solidFill>
              </a:defRPr>
            </a:lvl6pPr>
            <a:lvl7pPr algn="l">
              <a:defRPr sz="1950" b="1">
                <a:solidFill>
                  <a:srgbClr val="65E6E1"/>
                </a:solidFill>
              </a:defRPr>
            </a:lvl7pPr>
            <a:lvl8pPr algn="l">
              <a:defRPr sz="1950" b="1">
                <a:solidFill>
                  <a:srgbClr val="65E6E1"/>
                </a:solidFill>
              </a:defRPr>
            </a:lvl8pPr>
            <a:lvl9pPr algn="l">
              <a:defRPr sz="19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5E6E1"/>
                </a:solidFill>
              </a:defRPr>
            </a:pPr>
            <a:r>
              <a:rPr sz="1950" b="1">
                <a:solidFill>
                  <a:srgbClr val="65E6E1"/>
                </a:solidFill>
              </a:rPr>
              <a:t>1.000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8B4A9-3675-4408-A762-0A38267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INCIDENT RECALL &amp; 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E2346-73AC-4452-ABD9-ED4D2D26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8C649-DF26-443A-8266-8A1FE01D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65E6E1"/>
                </a:solidFill>
              </a:defRPr>
            </a:defPPr>
            <a:lvl1pPr algn="l">
              <a:defRPr sz="1950" b="1">
                <a:solidFill>
                  <a:srgbClr val="65E6E1"/>
                </a:solidFill>
              </a:defRPr>
            </a:lvl1pPr>
            <a:lvl2pPr algn="l">
              <a:defRPr sz="1950" b="1">
                <a:solidFill>
                  <a:srgbClr val="65E6E1"/>
                </a:solidFill>
              </a:defRPr>
            </a:lvl2pPr>
            <a:lvl3pPr algn="l">
              <a:defRPr sz="1950" b="1">
                <a:solidFill>
                  <a:srgbClr val="65E6E1"/>
                </a:solidFill>
              </a:defRPr>
            </a:lvl3pPr>
            <a:lvl4pPr algn="l">
              <a:defRPr sz="1950" b="1">
                <a:solidFill>
                  <a:srgbClr val="65E6E1"/>
                </a:solidFill>
              </a:defRPr>
            </a:lvl4pPr>
            <a:lvl5pPr algn="l">
              <a:defRPr sz="1950" b="1">
                <a:solidFill>
                  <a:srgbClr val="65E6E1"/>
                </a:solidFill>
              </a:defRPr>
            </a:lvl5pPr>
            <a:lvl6pPr algn="l">
              <a:defRPr sz="1950" b="1">
                <a:solidFill>
                  <a:srgbClr val="65E6E1"/>
                </a:solidFill>
              </a:defRPr>
            </a:lvl6pPr>
            <a:lvl7pPr algn="l">
              <a:defRPr sz="1950" b="1">
                <a:solidFill>
                  <a:srgbClr val="65E6E1"/>
                </a:solidFill>
              </a:defRPr>
            </a:lvl7pPr>
            <a:lvl8pPr algn="l">
              <a:defRPr sz="1950" b="1">
                <a:solidFill>
                  <a:srgbClr val="65E6E1"/>
                </a:solidFill>
              </a:defRPr>
            </a:lvl8pPr>
            <a:lvl9pPr algn="l">
              <a:defRPr sz="19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5E6E1"/>
                </a:solidFill>
              </a:defRPr>
            </a:pPr>
            <a:r>
              <a:rPr sz="1950" b="1">
                <a:solidFill>
                  <a:srgbClr val="65E6E1"/>
                </a:solidFill>
              </a:rPr>
              <a:t>1.000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01CC42-9932-49A0-A3F1-4E85E0C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BENIGN STATE RETAINED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1CE66-B2B2-4B23-8F75-1283B4A0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3BC64-6712-4B8C-8A35-38B81DEB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2B84B"/>
                </a:solidFill>
              </a:defRPr>
            </a:defPPr>
            <a:lvl1pPr algn="l">
              <a:defRPr sz="1950" b="1">
                <a:solidFill>
                  <a:srgbClr val="F2B84B"/>
                </a:solidFill>
              </a:defRPr>
            </a:lvl1pPr>
            <a:lvl2pPr algn="l">
              <a:defRPr sz="1950" b="1">
                <a:solidFill>
                  <a:srgbClr val="F2B84B"/>
                </a:solidFill>
              </a:defRPr>
            </a:lvl2pPr>
            <a:lvl3pPr algn="l">
              <a:defRPr sz="1950" b="1">
                <a:solidFill>
                  <a:srgbClr val="F2B84B"/>
                </a:solidFill>
              </a:defRPr>
            </a:lvl3pPr>
            <a:lvl4pPr algn="l">
              <a:defRPr sz="1950" b="1">
                <a:solidFill>
                  <a:srgbClr val="F2B84B"/>
                </a:solidFill>
              </a:defRPr>
            </a:lvl4pPr>
            <a:lvl5pPr algn="l">
              <a:defRPr sz="1950" b="1">
                <a:solidFill>
                  <a:srgbClr val="F2B84B"/>
                </a:solidFill>
              </a:defRPr>
            </a:lvl5pPr>
            <a:lvl6pPr algn="l">
              <a:defRPr sz="1950" b="1">
                <a:solidFill>
                  <a:srgbClr val="F2B84B"/>
                </a:solidFill>
              </a:defRPr>
            </a:lvl6pPr>
            <a:lvl7pPr algn="l">
              <a:defRPr sz="1950" b="1">
                <a:solidFill>
                  <a:srgbClr val="F2B84B"/>
                </a:solidFill>
              </a:defRPr>
            </a:lvl7pPr>
            <a:lvl8pPr algn="l">
              <a:defRPr sz="1950" b="1">
                <a:solidFill>
                  <a:srgbClr val="F2B84B"/>
                </a:solidFill>
              </a:defRPr>
            </a:lvl8pPr>
            <a:lvl9pPr algn="l"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3,623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37548C-4DCC-4995-ACA6-3D9137D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FHIR RESOURCES VALIDATED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072AF-6069-437B-A636-508D4C38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93206-71A5-4D4D-B314-5A1C522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2B84B"/>
                </a:solidFill>
              </a:defRPr>
            </a:defPPr>
            <a:lvl1pPr algn="l">
              <a:defRPr sz="1950" b="1">
                <a:solidFill>
                  <a:srgbClr val="F2B84B"/>
                </a:solidFill>
              </a:defRPr>
            </a:lvl1pPr>
            <a:lvl2pPr algn="l">
              <a:defRPr sz="1950" b="1">
                <a:solidFill>
                  <a:srgbClr val="F2B84B"/>
                </a:solidFill>
              </a:defRPr>
            </a:lvl2pPr>
            <a:lvl3pPr algn="l">
              <a:defRPr sz="1950" b="1">
                <a:solidFill>
                  <a:srgbClr val="F2B84B"/>
                </a:solidFill>
              </a:defRPr>
            </a:lvl3pPr>
            <a:lvl4pPr algn="l">
              <a:defRPr sz="1950" b="1">
                <a:solidFill>
                  <a:srgbClr val="F2B84B"/>
                </a:solidFill>
              </a:defRPr>
            </a:lvl4pPr>
            <a:lvl5pPr algn="l">
              <a:defRPr sz="1950" b="1">
                <a:solidFill>
                  <a:srgbClr val="F2B84B"/>
                </a:solidFill>
              </a:defRPr>
            </a:lvl5pPr>
            <a:lvl6pPr algn="l">
              <a:defRPr sz="1950" b="1">
                <a:solidFill>
                  <a:srgbClr val="F2B84B"/>
                </a:solidFill>
              </a:defRPr>
            </a:lvl6pPr>
            <a:lvl7pPr algn="l">
              <a:defRPr sz="1950" b="1">
                <a:solidFill>
                  <a:srgbClr val="F2B84B"/>
                </a:solidFill>
              </a:defRPr>
            </a:lvl7pPr>
            <a:lvl8pPr algn="l">
              <a:defRPr sz="1950" b="1">
                <a:solidFill>
                  <a:srgbClr val="F2B84B"/>
                </a:solidFill>
              </a:defRPr>
            </a:lvl8pPr>
            <a:lvl9pPr algn="l"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7,003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4A546-2A92-4FFA-B6E5-C382A55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NATIVE REFERENCES REWRITTEN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82809-F18D-46B0-9CEA-9AB8653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85725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76A35-D738-46BE-B8C9-7310F151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952500"/>
            <a:ext cx="1543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2B84B"/>
                </a:solidFill>
              </a:defRPr>
            </a:defPPr>
            <a:lvl1pPr algn="l">
              <a:defRPr sz="1950" b="1">
                <a:solidFill>
                  <a:srgbClr val="F2B84B"/>
                </a:solidFill>
              </a:defRPr>
            </a:lvl1pPr>
            <a:lvl2pPr algn="l">
              <a:defRPr sz="1950" b="1">
                <a:solidFill>
                  <a:srgbClr val="F2B84B"/>
                </a:solidFill>
              </a:defRPr>
            </a:lvl2pPr>
            <a:lvl3pPr algn="l">
              <a:defRPr sz="1950" b="1">
                <a:solidFill>
                  <a:srgbClr val="F2B84B"/>
                </a:solidFill>
              </a:defRPr>
            </a:lvl3pPr>
            <a:lvl4pPr algn="l">
              <a:defRPr sz="1950" b="1">
                <a:solidFill>
                  <a:srgbClr val="F2B84B"/>
                </a:solidFill>
              </a:defRPr>
            </a:lvl4pPr>
            <a:lvl5pPr algn="l">
              <a:defRPr sz="1950" b="1">
                <a:solidFill>
                  <a:srgbClr val="F2B84B"/>
                </a:solidFill>
              </a:defRPr>
            </a:lvl5pPr>
            <a:lvl6pPr algn="l">
              <a:defRPr sz="1950" b="1">
                <a:solidFill>
                  <a:srgbClr val="F2B84B"/>
                </a:solidFill>
              </a:defRPr>
            </a:lvl6pPr>
            <a:lvl7pPr algn="l">
              <a:defRPr sz="1950" b="1">
                <a:solidFill>
                  <a:srgbClr val="F2B84B"/>
                </a:solidFill>
              </a:defRPr>
            </a:lvl7pPr>
            <a:lvl8pPr algn="l">
              <a:defRPr sz="1950" b="1">
                <a:solidFill>
                  <a:srgbClr val="F2B84B"/>
                </a:solidFill>
              </a:defRPr>
            </a:lvl8pPr>
            <a:lvl9pPr algn="l">
              <a:defRPr sz="19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B84B"/>
                </a:solidFill>
              </a:defRPr>
            </a:pPr>
            <a:r>
              <a:rPr sz="1950" b="1">
                <a:solidFill>
                  <a:srgbClr val="F2B84B"/>
                </a:solidFill>
              </a:rPr>
              <a:t>108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1468AE-867D-44D5-827E-0FB7F80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2763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B9CFD6"/>
                </a:solidFill>
              </a:defRPr>
            </a:defPPr>
            <a:lvl1pPr algn="l">
              <a:defRPr sz="675" b="1">
                <a:solidFill>
                  <a:srgbClr val="B9CFD6"/>
                </a:solidFill>
              </a:defRPr>
            </a:lvl1pPr>
            <a:lvl2pPr algn="l">
              <a:defRPr sz="675" b="1">
                <a:solidFill>
                  <a:srgbClr val="B9CFD6"/>
                </a:solidFill>
              </a:defRPr>
            </a:lvl2pPr>
            <a:lvl3pPr algn="l">
              <a:defRPr sz="675" b="1">
                <a:solidFill>
                  <a:srgbClr val="B9CFD6"/>
                </a:solidFill>
              </a:defRPr>
            </a:lvl3pPr>
            <a:lvl4pPr algn="l">
              <a:defRPr sz="675" b="1">
                <a:solidFill>
                  <a:srgbClr val="B9CFD6"/>
                </a:solidFill>
              </a:defRPr>
            </a:lvl4pPr>
            <a:lvl5pPr algn="l">
              <a:defRPr sz="675" b="1">
                <a:solidFill>
                  <a:srgbClr val="B9CFD6"/>
                </a:solidFill>
              </a:defRPr>
            </a:lvl5pPr>
            <a:lvl6pPr algn="l">
              <a:defRPr sz="675" b="1">
                <a:solidFill>
                  <a:srgbClr val="B9CFD6"/>
                </a:solidFill>
              </a:defRPr>
            </a:lvl6pPr>
            <a:lvl7pPr algn="l">
              <a:defRPr sz="675" b="1">
                <a:solidFill>
                  <a:srgbClr val="B9CFD6"/>
                </a:solidFill>
              </a:defRPr>
            </a:lvl7pPr>
            <a:lvl8pPr algn="l">
              <a:defRPr sz="675" b="1">
                <a:solidFill>
                  <a:srgbClr val="B9CFD6"/>
                </a:solidFill>
              </a:defRPr>
            </a:lvl8pPr>
            <a:lvl9pPr algn="l">
              <a:defRPr sz="675" b="1">
                <a:solidFill>
                  <a:srgbClr val="B9CFD6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B9CFD6"/>
                </a:solidFill>
              </a:defRPr>
            </a:pPr>
            <a:r>
              <a:rPr sz="675" b="1">
                <a:solidFill>
                  <a:srgbClr val="B9CFD6"/>
                </a:solidFill>
              </a:rPr>
              <a:t>EXTERNAL CONDITION RUNS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D93DC-5EEE-466A-BA4C-865BACBB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71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764CA0-D787-4090-8759-3DA5C1A6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710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A00592-0158-45F0-A32A-93906268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81200"/>
            <a:ext cx="741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9C08E2-8634-4B81-85E7-E0A3954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57400"/>
            <a:ext cx="3609975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ACB20-A432-42FA-A48C-CC3BB4FE66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79863af3948cc"/>
          <a:stretch xmlns:a="http://schemas.openxmlformats.org/drawingml/2006/main"/>
        </p:blipFill>
        <p:spPr>
          <a:xfrm xmlns:a="http://schemas.openxmlformats.org/drawingml/2006/main">
            <a:off x="483610" y="2190750"/>
            <a:ext cx="3290455" cy="18097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5DBF5D-6C23-4BB1-96B0-8BA3589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Provenance sensitivity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E43897-2566-43D8-BE92-D155ED9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671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1">
                <a:solidFill>
                  <a:srgbClr val="F06E5D"/>
                </a:solidFill>
              </a:defRPr>
            </a:defPPr>
            <a:lvl1pPr algn="r">
              <a:defRPr sz="675" b="1">
                <a:solidFill>
                  <a:srgbClr val="F06E5D"/>
                </a:solidFill>
              </a:defRPr>
            </a:lvl1pPr>
            <a:lvl2pPr algn="r">
              <a:defRPr sz="675" b="1">
                <a:solidFill>
                  <a:srgbClr val="F06E5D"/>
                </a:solidFill>
              </a:defRPr>
            </a:lvl2pPr>
            <a:lvl3pPr algn="r">
              <a:defRPr sz="675" b="1">
                <a:solidFill>
                  <a:srgbClr val="F06E5D"/>
                </a:solidFill>
              </a:defRPr>
            </a:lvl3pPr>
            <a:lvl4pPr algn="r">
              <a:defRPr sz="675" b="1">
                <a:solidFill>
                  <a:srgbClr val="F06E5D"/>
                </a:solidFill>
              </a:defRPr>
            </a:lvl4pPr>
            <a:lvl5pPr algn="r">
              <a:defRPr sz="675" b="1">
                <a:solidFill>
                  <a:srgbClr val="F06E5D"/>
                </a:solidFill>
              </a:defRPr>
            </a:lvl5pPr>
            <a:lvl6pPr algn="r">
              <a:defRPr sz="675" b="1">
                <a:solidFill>
                  <a:srgbClr val="F06E5D"/>
                </a:solidFill>
              </a:defRPr>
            </a:lvl6pPr>
            <a:lvl7pPr algn="r">
              <a:defRPr sz="675" b="1">
                <a:solidFill>
                  <a:srgbClr val="F06E5D"/>
                </a:solidFill>
              </a:defRPr>
            </a:lvl7pPr>
            <a:lvl8pPr algn="r">
              <a:defRPr sz="675" b="1">
                <a:solidFill>
                  <a:srgbClr val="F06E5D"/>
                </a:solidFill>
              </a:defRPr>
            </a:lvl8pPr>
            <a:lvl9pPr algn="r">
              <a:defRPr sz="675" b="1">
                <a:solidFill>
                  <a:srgbClr val="F06E5D"/>
                </a:solidFill>
              </a:defRPr>
            </a:lvl9pPr>
          </a:lstStyle>
          <a:p xmlns:a="http://schemas.openxmlformats.org/drawingml/2006/main">
            <a:pPr algn="r">
              <a:defRPr sz="675" b="1">
                <a:solidFill>
                  <a:srgbClr val="F06E5D"/>
                </a:solidFill>
              </a:defRPr>
            </a:pPr>
            <a:r>
              <a:rPr sz="675" b="1">
                <a:solidFill>
                  <a:srgbClr val="F06E5D"/>
                </a:solidFill>
              </a:rPr>
              <a:t>Lineage-only recovery misses affected state.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23F8B-430A-4900-A680-A8FFFBE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57400"/>
            <a:ext cx="3609975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08FB8-DF90-47A5-A8D7-458E80E84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cd637b5444beb"/>
          <a:stretch xmlns:a="http://schemas.openxmlformats.org/drawingml/2006/main"/>
        </p:blipFill>
        <p:spPr>
          <a:xfrm xmlns:a="http://schemas.openxmlformats.org/drawingml/2006/main">
            <a:off x="4695392" y="2190750"/>
            <a:ext cx="2467841" cy="1809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2B2A1-F6C2-45C5-937E-6C91DAB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671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0B2233"/>
                </a:solidFill>
              </a:defRPr>
            </a:defPPr>
            <a:lvl1pPr algn="l">
              <a:defRPr sz="750" b="1">
                <a:solidFill>
                  <a:srgbClr val="0B2233"/>
                </a:solidFill>
              </a:defRPr>
            </a:lvl1pPr>
            <a:lvl2pPr algn="l">
              <a:defRPr sz="750" b="1">
                <a:solidFill>
                  <a:srgbClr val="0B2233"/>
                </a:solidFill>
              </a:defRPr>
            </a:lvl2pPr>
            <a:lvl3pPr algn="l">
              <a:defRPr sz="750" b="1">
                <a:solidFill>
                  <a:srgbClr val="0B2233"/>
                </a:solidFill>
              </a:defRPr>
            </a:lvl3pPr>
            <a:lvl4pPr algn="l">
              <a:defRPr sz="750" b="1">
                <a:solidFill>
                  <a:srgbClr val="0B2233"/>
                </a:solidFill>
              </a:defRPr>
            </a:lvl4pPr>
            <a:lvl5pPr algn="l">
              <a:defRPr sz="750" b="1">
                <a:solidFill>
                  <a:srgbClr val="0B2233"/>
                </a:solidFill>
              </a:defRPr>
            </a:lvl5pPr>
            <a:lvl6pPr algn="l">
              <a:defRPr sz="750" b="1">
                <a:solidFill>
                  <a:srgbClr val="0B2233"/>
                </a:solidFill>
              </a:defRPr>
            </a:lvl6pPr>
            <a:lvl7pPr algn="l">
              <a:defRPr sz="750" b="1">
                <a:solidFill>
                  <a:srgbClr val="0B2233"/>
                </a:solidFill>
              </a:defRPr>
            </a:lvl7pPr>
            <a:lvl8pPr algn="l">
              <a:defRPr sz="750" b="1">
                <a:solidFill>
                  <a:srgbClr val="0B2233"/>
                </a:solidFill>
              </a:defRPr>
            </a:lvl8pPr>
            <a:lvl9pPr algn="l">
              <a:defRPr sz="750" b="1">
                <a:solidFill>
                  <a:srgbClr val="0B2233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0B2233"/>
                </a:solidFill>
              </a:defRPr>
            </a:pPr>
            <a:r>
              <a:rPr sz="750" b="1">
                <a:solidFill>
                  <a:srgbClr val="0B2233"/>
                </a:solidFill>
              </a:rPr>
              <a:t>Safety–utility frontier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6BAA3B-E2AB-4CE8-9F02-CE639159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6717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1">
                <a:solidFill>
                  <a:srgbClr val="18B7B0"/>
                </a:solidFill>
              </a:defRPr>
            </a:defPPr>
            <a:lvl1pPr algn="r">
              <a:defRPr sz="675" b="1">
                <a:solidFill>
                  <a:srgbClr val="18B7B0"/>
                </a:solidFill>
              </a:defRPr>
            </a:lvl1pPr>
            <a:lvl2pPr algn="r">
              <a:defRPr sz="675" b="1">
                <a:solidFill>
                  <a:srgbClr val="18B7B0"/>
                </a:solidFill>
              </a:defRPr>
            </a:lvl2pPr>
            <a:lvl3pPr algn="r">
              <a:defRPr sz="675" b="1">
                <a:solidFill>
                  <a:srgbClr val="18B7B0"/>
                </a:solidFill>
              </a:defRPr>
            </a:lvl3pPr>
            <a:lvl4pPr algn="r">
              <a:defRPr sz="675" b="1">
                <a:solidFill>
                  <a:srgbClr val="18B7B0"/>
                </a:solidFill>
              </a:defRPr>
            </a:lvl4pPr>
            <a:lvl5pPr algn="r">
              <a:defRPr sz="675" b="1">
                <a:solidFill>
                  <a:srgbClr val="18B7B0"/>
                </a:solidFill>
              </a:defRPr>
            </a:lvl5pPr>
            <a:lvl6pPr algn="r">
              <a:defRPr sz="675" b="1">
                <a:solidFill>
                  <a:srgbClr val="18B7B0"/>
                </a:solidFill>
              </a:defRPr>
            </a:lvl6pPr>
            <a:lvl7pPr algn="r">
              <a:defRPr sz="675" b="1">
                <a:solidFill>
                  <a:srgbClr val="18B7B0"/>
                </a:solidFill>
              </a:defRPr>
            </a:lvl7pPr>
            <a:lvl8pPr algn="r">
              <a:defRPr sz="675" b="1">
                <a:solidFill>
                  <a:srgbClr val="18B7B0"/>
                </a:solidFill>
              </a:defRPr>
            </a:lvl8pPr>
            <a:lvl9pPr algn="r">
              <a:defRPr sz="675" b="1">
                <a:solidFill>
                  <a:srgbClr val="18B7B0"/>
                </a:solidFill>
              </a:defRPr>
            </a:lvl9pPr>
          </a:lstStyle>
          <a:p xmlns:a="http://schemas.openxmlformats.org/drawingml/2006/main">
            <a:pPr algn="r">
              <a:defRPr sz="675" b="1">
                <a:solidFill>
                  <a:srgbClr val="18B7B0"/>
                </a:solidFill>
              </a:defRPr>
            </a:pPr>
            <a:r>
              <a:rPr sz="675" b="1">
                <a:solidFill>
                  <a:srgbClr val="18B7B0"/>
                </a:solidFill>
              </a:rPr>
              <a:t>Full CARE reaches the safe corner.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5512A5-4E9A-4561-A0F8-55DDC3A9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95800"/>
            <a:ext cx="74104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D3C547-B930-4AD6-8C16-7D06080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7810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65E6E1"/>
                </a:solidFill>
              </a:defRPr>
            </a:defPPr>
            <a:lvl1pPr algn="l">
              <a:defRPr sz="675" b="1">
                <a:solidFill>
                  <a:srgbClr val="65E6E1"/>
                </a:solidFill>
              </a:defRPr>
            </a:lvl1pPr>
            <a:lvl2pPr algn="l">
              <a:defRPr sz="675" b="1">
                <a:solidFill>
                  <a:srgbClr val="65E6E1"/>
                </a:solidFill>
              </a:defRPr>
            </a:lvl2pPr>
            <a:lvl3pPr algn="l">
              <a:defRPr sz="675" b="1">
                <a:solidFill>
                  <a:srgbClr val="65E6E1"/>
                </a:solidFill>
              </a:defRPr>
            </a:lvl3pPr>
            <a:lvl4pPr algn="l">
              <a:defRPr sz="675" b="1">
                <a:solidFill>
                  <a:srgbClr val="65E6E1"/>
                </a:solidFill>
              </a:defRPr>
            </a:lvl4pPr>
            <a:lvl5pPr algn="l">
              <a:defRPr sz="675" b="1">
                <a:solidFill>
                  <a:srgbClr val="65E6E1"/>
                </a:solidFill>
              </a:defRPr>
            </a:lvl5pPr>
            <a:lvl6pPr algn="l">
              <a:defRPr sz="675" b="1">
                <a:solidFill>
                  <a:srgbClr val="65E6E1"/>
                </a:solidFill>
              </a:defRPr>
            </a:lvl6pPr>
            <a:lvl7pPr algn="l">
              <a:defRPr sz="675" b="1">
                <a:solidFill>
                  <a:srgbClr val="65E6E1"/>
                </a:solidFill>
              </a:defRPr>
            </a:lvl7pPr>
            <a:lvl8pPr algn="l">
              <a:defRPr sz="675" b="1">
                <a:solidFill>
                  <a:srgbClr val="65E6E1"/>
                </a:solidFill>
              </a:defRPr>
            </a:lvl8pPr>
            <a:lvl9pPr algn="l">
              <a:defRPr sz="67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65E6E1"/>
                </a:solidFill>
              </a:defRPr>
            </a:pPr>
            <a:r>
              <a:rPr sz="675" b="1">
                <a:solidFill>
                  <a:srgbClr val="65E6E1"/>
                </a:solidFill>
              </a:rPr>
              <a:t>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4DD43-2D6F-4CF4-809A-94881835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00600"/>
            <a:ext cx="7067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</a:defRPr>
            </a:defPPr>
            <a:lvl1pPr algn="l">
              <a:defRPr sz="975" b="1">
                <a:solidFill>
                  <a:srgbClr val="FFFFFF"/>
                </a:solidFill>
              </a:defRPr>
            </a:lvl1pPr>
            <a:lvl2pPr algn="l">
              <a:defRPr sz="975" b="1">
                <a:solidFill>
                  <a:srgbClr val="FFFFFF"/>
                </a:solidFill>
              </a:defRPr>
            </a:lvl2pPr>
            <a:lvl3pPr algn="l">
              <a:defRPr sz="975" b="1">
                <a:solidFill>
                  <a:srgbClr val="FFFFFF"/>
                </a:solidFill>
              </a:defRPr>
            </a:lvl3pPr>
            <a:lvl4pPr algn="l">
              <a:defRPr sz="975" b="1">
                <a:solidFill>
                  <a:srgbClr val="FFFFFF"/>
                </a:solidFill>
              </a:defRPr>
            </a:lvl4pPr>
            <a:lvl5pPr algn="l">
              <a:defRPr sz="975" b="1">
                <a:solidFill>
                  <a:srgbClr val="FFFFFF"/>
                </a:solidFill>
              </a:defRPr>
            </a:lvl5pPr>
            <a:lvl6pPr algn="l">
              <a:defRPr sz="975" b="1">
                <a:solidFill>
                  <a:srgbClr val="FFFFFF"/>
                </a:solidFill>
              </a:defRPr>
            </a:lvl6pPr>
            <a:lvl7pPr algn="l">
              <a:defRPr sz="975" b="1">
                <a:solidFill>
                  <a:srgbClr val="FFFFFF"/>
                </a:solidFill>
              </a:defRPr>
            </a:lvl7pPr>
            <a:lvl8pPr algn="l">
              <a:defRPr sz="975" b="1">
                <a:solidFill>
                  <a:srgbClr val="FFFFFF"/>
                </a:solidFill>
              </a:defRPr>
            </a:lvl8pPr>
            <a:lvl9pPr algn="l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Full CARE achieved zero residual wrong-answer harm with perfect recall, precision, benign-state retention and repair-target specificity in the external-format evaluation.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3BB084-9B63-4703-B66D-3CE50090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71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8B5F4A-D35F-4C51-B357-CCBF02A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71650"/>
            <a:ext cx="3562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4309F8-85EC-4F70-81A2-C9499784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86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D248AA-EC10-40A0-B5AC-EF8924F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57400"/>
            <a:ext cx="38671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DFB4A-D1C7-47EB-A3B3-48EF21DC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812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65E6E1"/>
                </a:solidFill>
              </a:defRPr>
            </a:defPPr>
            <a:lvl1pPr algn="l">
              <a:defRPr sz="675" b="1">
                <a:solidFill>
                  <a:srgbClr val="65E6E1"/>
                </a:solidFill>
              </a:defRPr>
            </a:lvl1pPr>
            <a:lvl2pPr algn="l">
              <a:defRPr sz="675" b="1">
                <a:solidFill>
                  <a:srgbClr val="65E6E1"/>
                </a:solidFill>
              </a:defRPr>
            </a:lvl2pPr>
            <a:lvl3pPr algn="l">
              <a:defRPr sz="675" b="1">
                <a:solidFill>
                  <a:srgbClr val="65E6E1"/>
                </a:solidFill>
              </a:defRPr>
            </a:lvl3pPr>
            <a:lvl4pPr algn="l">
              <a:defRPr sz="675" b="1">
                <a:solidFill>
                  <a:srgbClr val="65E6E1"/>
                </a:solidFill>
              </a:defRPr>
            </a:lvl4pPr>
            <a:lvl5pPr algn="l">
              <a:defRPr sz="675" b="1">
                <a:solidFill>
                  <a:srgbClr val="65E6E1"/>
                </a:solidFill>
              </a:defRPr>
            </a:lvl5pPr>
            <a:lvl6pPr algn="l">
              <a:defRPr sz="675" b="1">
                <a:solidFill>
                  <a:srgbClr val="65E6E1"/>
                </a:solidFill>
              </a:defRPr>
            </a:lvl6pPr>
            <a:lvl7pPr algn="l">
              <a:defRPr sz="675" b="1">
                <a:solidFill>
                  <a:srgbClr val="65E6E1"/>
                </a:solidFill>
              </a:defRPr>
            </a:lvl7pPr>
            <a:lvl8pPr algn="l">
              <a:defRPr sz="675" b="1">
                <a:solidFill>
                  <a:srgbClr val="65E6E1"/>
                </a:solidFill>
              </a:defRPr>
            </a:lvl8pPr>
            <a:lvl9pPr algn="l">
              <a:defRPr sz="67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65E6E1"/>
                </a:solidFill>
              </a:defRPr>
            </a:pPr>
            <a:r>
              <a:rPr sz="675" b="1">
                <a:solidFill>
                  <a:srgbClr val="65E6E1"/>
                </a:solidFill>
              </a:rPr>
              <a:t>WHAT THE EVIDENCE SUPPORTS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EFE7E9-C970-43C2-8A25-24C6D826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FFFFFF"/>
                </a:solidFill>
              </a:defRPr>
            </a:defPPr>
            <a:lvl1pPr algn="l">
              <a:defRPr sz="900" b="0">
                <a:solidFill>
                  <a:srgbClr val="FFFFFF"/>
                </a:solidFill>
              </a:defRPr>
            </a:lvl1pPr>
            <a:lvl2pPr algn="l">
              <a:defRPr sz="900" b="0">
                <a:solidFill>
                  <a:srgbClr val="FFFFFF"/>
                </a:solidFill>
              </a:defRPr>
            </a:lvl2pPr>
            <a:lvl3pPr algn="l">
              <a:defRPr sz="900" b="0">
                <a:solidFill>
                  <a:srgbClr val="FFFFFF"/>
                </a:solidFill>
              </a:defRPr>
            </a:lvl3pPr>
            <a:lvl4pPr algn="l">
              <a:defRPr sz="900" b="0">
                <a:solidFill>
                  <a:srgbClr val="FFFFFF"/>
                </a:solidFill>
              </a:defRPr>
            </a:lvl4pPr>
            <a:lvl5pPr algn="l">
              <a:defRPr sz="900" b="0">
                <a:solidFill>
                  <a:srgbClr val="FFFFFF"/>
                </a:solidFill>
              </a:defRPr>
            </a:lvl5pPr>
            <a:lvl6pPr algn="l">
              <a:defRPr sz="900" b="0">
                <a:solidFill>
                  <a:srgbClr val="FFFFFF"/>
                </a:solidFill>
              </a:defRPr>
            </a:lvl6pPr>
            <a:lvl7pPr algn="l">
              <a:defRPr sz="900" b="0">
                <a:solidFill>
                  <a:srgbClr val="FFFFFF"/>
                </a:solidFill>
              </a:defRPr>
            </a:lvl7pPr>
            <a:lvl8pPr algn="l">
              <a:defRPr sz="900" b="0">
                <a:solidFill>
                  <a:srgbClr val="FFFFFF"/>
                </a:solidFill>
              </a:defRPr>
            </a:lvl8pPr>
            <a:lvl9pPr algn="l">
              <a:defRPr sz="9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FFFFFF"/>
                </a:solidFill>
              </a:defRPr>
            </a:pPr>
            <a:r>
              <a:rPr sz="900" b="0">
                <a:solidFill>
                  <a:srgbClr val="FFFFFF"/>
                </a:solidFill>
              </a:rPr>
              <a:t>The mechanism can contain tested incidents without indiscriminate deletion, preserve clean state, and emit auditable evidence across a realistic synthetic FHIR corpus.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A05B8F-008C-4D18-AC0D-1A5B7DC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62275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F2B84B"/>
                </a:solidFill>
              </a:defRPr>
            </a:defPPr>
            <a:lvl1pPr algn="l">
              <a:defRPr sz="675" b="1">
                <a:solidFill>
                  <a:srgbClr val="F2B84B"/>
                </a:solidFill>
              </a:defRPr>
            </a:lvl1pPr>
            <a:lvl2pPr algn="l">
              <a:defRPr sz="675" b="1">
                <a:solidFill>
                  <a:srgbClr val="F2B84B"/>
                </a:solidFill>
              </a:defRPr>
            </a:lvl2pPr>
            <a:lvl3pPr algn="l">
              <a:defRPr sz="675" b="1">
                <a:solidFill>
                  <a:srgbClr val="F2B84B"/>
                </a:solidFill>
              </a:defRPr>
            </a:lvl3pPr>
            <a:lvl4pPr algn="l">
              <a:defRPr sz="675" b="1">
                <a:solidFill>
                  <a:srgbClr val="F2B84B"/>
                </a:solidFill>
              </a:defRPr>
            </a:lvl4pPr>
            <a:lvl5pPr algn="l">
              <a:defRPr sz="675" b="1">
                <a:solidFill>
                  <a:srgbClr val="F2B84B"/>
                </a:solidFill>
              </a:defRPr>
            </a:lvl5pPr>
            <a:lvl6pPr algn="l">
              <a:defRPr sz="675" b="1">
                <a:solidFill>
                  <a:srgbClr val="F2B84B"/>
                </a:solidFill>
              </a:defRPr>
            </a:lvl6pPr>
            <a:lvl7pPr algn="l">
              <a:defRPr sz="675" b="1">
                <a:solidFill>
                  <a:srgbClr val="F2B84B"/>
                </a:solidFill>
              </a:defRPr>
            </a:lvl7pPr>
            <a:lvl8pPr algn="l">
              <a:defRPr sz="675" b="1">
                <a:solidFill>
                  <a:srgbClr val="F2B84B"/>
                </a:solidFill>
              </a:defRPr>
            </a:lvl8pPr>
            <a:lvl9pPr algn="l">
              <a:defRPr sz="675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F2B84B"/>
                </a:solidFill>
              </a:defRPr>
            </a:pPr>
            <a:r>
              <a:rPr sz="675" b="1">
                <a:solidFill>
                  <a:srgbClr val="F2B84B"/>
                </a:solidFill>
              </a:rPr>
              <a:t>Ablations matter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3809B4-3A66-4956-B1A4-629A01A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622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0">
                <a:solidFill>
                  <a:srgbClr val="C8DADD"/>
                </a:solidFill>
              </a:defRPr>
            </a:defPPr>
            <a:lvl1pPr algn="r">
              <a:defRPr sz="675" b="0">
                <a:solidFill>
                  <a:srgbClr val="C8DADD"/>
                </a:solidFill>
              </a:defRPr>
            </a:lvl1pPr>
            <a:lvl2pPr algn="r">
              <a:defRPr sz="675" b="0">
                <a:solidFill>
                  <a:srgbClr val="C8DADD"/>
                </a:solidFill>
              </a:defRPr>
            </a:lvl2pPr>
            <a:lvl3pPr algn="r">
              <a:defRPr sz="675" b="0">
                <a:solidFill>
                  <a:srgbClr val="C8DADD"/>
                </a:solidFill>
              </a:defRPr>
            </a:lvl3pPr>
            <a:lvl4pPr algn="r">
              <a:defRPr sz="675" b="0">
                <a:solidFill>
                  <a:srgbClr val="C8DADD"/>
                </a:solidFill>
              </a:defRPr>
            </a:lvl4pPr>
            <a:lvl5pPr algn="r">
              <a:defRPr sz="675" b="0">
                <a:solidFill>
                  <a:srgbClr val="C8DADD"/>
                </a:solidFill>
              </a:defRPr>
            </a:lvl5pPr>
            <a:lvl6pPr algn="r">
              <a:defRPr sz="675" b="0">
                <a:solidFill>
                  <a:srgbClr val="C8DADD"/>
                </a:solidFill>
              </a:defRPr>
            </a:lvl6pPr>
            <a:lvl7pPr algn="r">
              <a:defRPr sz="675" b="0">
                <a:solidFill>
                  <a:srgbClr val="C8DADD"/>
                </a:solidFill>
              </a:defRPr>
            </a:lvl7pPr>
            <a:lvl8pPr algn="r">
              <a:defRPr sz="675" b="0">
                <a:solidFill>
                  <a:srgbClr val="C8DADD"/>
                </a:solidFill>
              </a:defRPr>
            </a:lvl8pPr>
            <a:lvl9pPr algn="r">
              <a:defRPr sz="675" b="0">
                <a:solidFill>
                  <a:srgbClr val="C8DADD"/>
                </a:solidFill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C8DADD"/>
                </a:solidFill>
              </a:defRPr>
            </a:pPr>
            <a:r>
              <a:rPr sz="675" b="0">
                <a:solidFill>
                  <a:srgbClr val="C8DADD"/>
                </a:solidFill>
              </a:rPr>
              <a:t>Lineage-only recall = 0.4444 · sketch-only BSR = 0.2679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1C171B-CCD5-4EB8-ABC2-4B640B8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3867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1F23"/>
          </a:solidFill>
          <a:ln xmlns:a="http://schemas.openxmlformats.org/drawingml/2006/main" w="9525">
            <a:solidFill>
              <a:srgbClr val="6C3D4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F087DF-EEF8-46AC-8980-90DE0231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29025"/>
            <a:ext cx="2190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FFB1A7"/>
                </a:solidFill>
              </a:defRPr>
            </a:defPPr>
            <a:lvl1pPr algn="l">
              <a:defRPr sz="675" b="1">
                <a:solidFill>
                  <a:srgbClr val="FFB1A7"/>
                </a:solidFill>
              </a:defRPr>
            </a:lvl1pPr>
            <a:lvl2pPr algn="l">
              <a:defRPr sz="675" b="1">
                <a:solidFill>
                  <a:srgbClr val="FFB1A7"/>
                </a:solidFill>
              </a:defRPr>
            </a:lvl2pPr>
            <a:lvl3pPr algn="l">
              <a:defRPr sz="675" b="1">
                <a:solidFill>
                  <a:srgbClr val="FFB1A7"/>
                </a:solidFill>
              </a:defRPr>
            </a:lvl3pPr>
            <a:lvl4pPr algn="l">
              <a:defRPr sz="675" b="1">
                <a:solidFill>
                  <a:srgbClr val="FFB1A7"/>
                </a:solidFill>
              </a:defRPr>
            </a:lvl4pPr>
            <a:lvl5pPr algn="l">
              <a:defRPr sz="675" b="1">
                <a:solidFill>
                  <a:srgbClr val="FFB1A7"/>
                </a:solidFill>
              </a:defRPr>
            </a:lvl5pPr>
            <a:lvl6pPr algn="l">
              <a:defRPr sz="675" b="1">
                <a:solidFill>
                  <a:srgbClr val="FFB1A7"/>
                </a:solidFill>
              </a:defRPr>
            </a:lvl6pPr>
            <a:lvl7pPr algn="l">
              <a:defRPr sz="675" b="1">
                <a:solidFill>
                  <a:srgbClr val="FFB1A7"/>
                </a:solidFill>
              </a:defRPr>
            </a:lvl7pPr>
            <a:lvl8pPr algn="l">
              <a:defRPr sz="675" b="1">
                <a:solidFill>
                  <a:srgbClr val="FFB1A7"/>
                </a:solidFill>
              </a:defRPr>
            </a:lvl8pPr>
            <a:lvl9pPr algn="l">
              <a:defRPr sz="675" b="1">
                <a:solidFill>
                  <a:srgbClr val="FFB1A7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FFB1A7"/>
                </a:solidFill>
              </a:defRPr>
            </a:pPr>
            <a:r>
              <a:rPr sz="675" b="1">
                <a:solidFill>
                  <a:srgbClr val="FFB1A7"/>
                </a:solidFill>
              </a:rPr>
              <a:t>LIMITS / SAFETY BOUNDARY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6BD5ED-39E8-44C3-A2BC-C46C7C5E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38575"/>
            <a:ext cx="3505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FFFFFF"/>
                </a:solidFill>
              </a:defRPr>
            </a:defPPr>
            <a:lvl1pPr algn="l">
              <a:defRPr sz="825" b="0">
                <a:solidFill>
                  <a:srgbClr val="FFFFFF"/>
                </a:solidFill>
              </a:defRPr>
            </a:lvl1pPr>
            <a:lvl2pPr algn="l">
              <a:defRPr sz="825" b="0">
                <a:solidFill>
                  <a:srgbClr val="FFFFFF"/>
                </a:solidFill>
              </a:defRPr>
            </a:lvl2pPr>
            <a:lvl3pPr algn="l">
              <a:defRPr sz="825" b="0">
                <a:solidFill>
                  <a:srgbClr val="FFFFFF"/>
                </a:solidFill>
              </a:defRPr>
            </a:lvl3pPr>
            <a:lvl4pPr algn="l">
              <a:defRPr sz="825" b="0">
                <a:solidFill>
                  <a:srgbClr val="FFFFFF"/>
                </a:solidFill>
              </a:defRPr>
            </a:lvl4pPr>
            <a:lvl5pPr algn="l">
              <a:defRPr sz="825" b="0">
                <a:solidFill>
                  <a:srgbClr val="FFFFFF"/>
                </a:solidFill>
              </a:defRPr>
            </a:lvl5pPr>
            <a:lvl6pPr algn="l">
              <a:defRPr sz="825" b="0">
                <a:solidFill>
                  <a:srgbClr val="FFFFFF"/>
                </a:solidFill>
              </a:defRPr>
            </a:lvl6pPr>
            <a:lvl7pPr algn="l">
              <a:defRPr sz="825" b="0">
                <a:solidFill>
                  <a:srgbClr val="FFFFFF"/>
                </a:solidFill>
              </a:defRPr>
            </a:lvl7pPr>
            <a:lvl8pPr algn="l">
              <a:defRPr sz="825" b="0">
                <a:solidFill>
                  <a:srgbClr val="FFFFFF"/>
                </a:solidFill>
              </a:defRPr>
            </a:lvl8pPr>
            <a:lvl9pPr algn="l">
              <a:defRPr sz="8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Synthetic mechanism validation only. No diagnosis, treatment recommendation, medication execution or patient-benefit claim. Membership-inference advantage (+0.286) remains measurable and motivates stronger privacy controls.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B35518-5E57-41A3-BF32-31AE0597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86715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102C3B"/>
          </a:solidFill>
          <a:ln xmlns:a="http://schemas.openxmlformats.org/drawingml/2006/main" w="9525">
            <a:solidFill>
              <a:srgbClr val="2448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219BB-709C-4186-AF49-96515D1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33925"/>
            <a:ext cx="457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F2B84B"/>
                </a:solidFill>
              </a:defRPr>
            </a:defPPr>
            <a:lvl1pPr algn="l">
              <a:defRPr sz="675" b="1">
                <a:solidFill>
                  <a:srgbClr val="F2B84B"/>
                </a:solidFill>
              </a:defRPr>
            </a:lvl1pPr>
            <a:lvl2pPr algn="l">
              <a:defRPr sz="675" b="1">
                <a:solidFill>
                  <a:srgbClr val="F2B84B"/>
                </a:solidFill>
              </a:defRPr>
            </a:lvl2pPr>
            <a:lvl3pPr algn="l">
              <a:defRPr sz="675" b="1">
                <a:solidFill>
                  <a:srgbClr val="F2B84B"/>
                </a:solidFill>
              </a:defRPr>
            </a:lvl3pPr>
            <a:lvl4pPr algn="l">
              <a:defRPr sz="675" b="1">
                <a:solidFill>
                  <a:srgbClr val="F2B84B"/>
                </a:solidFill>
              </a:defRPr>
            </a:lvl4pPr>
            <a:lvl5pPr algn="l">
              <a:defRPr sz="675" b="1">
                <a:solidFill>
                  <a:srgbClr val="F2B84B"/>
                </a:solidFill>
              </a:defRPr>
            </a:lvl5pPr>
            <a:lvl6pPr algn="l">
              <a:defRPr sz="675" b="1">
                <a:solidFill>
                  <a:srgbClr val="F2B84B"/>
                </a:solidFill>
              </a:defRPr>
            </a:lvl6pPr>
            <a:lvl7pPr algn="l">
              <a:defRPr sz="675" b="1">
                <a:solidFill>
                  <a:srgbClr val="F2B84B"/>
                </a:solidFill>
              </a:defRPr>
            </a:lvl7pPr>
            <a:lvl8pPr algn="l">
              <a:defRPr sz="675" b="1">
                <a:solidFill>
                  <a:srgbClr val="F2B84B"/>
                </a:solidFill>
              </a:defRPr>
            </a:lvl8pPr>
            <a:lvl9pPr algn="l">
              <a:defRPr sz="675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F2B84B"/>
                </a:solidFill>
              </a:defRPr>
            </a:pPr>
            <a:r>
              <a:rPr sz="675" b="1">
                <a:solidFill>
                  <a:srgbClr val="F2B84B"/>
                </a:solidFill>
              </a:rPr>
              <a:t>NEXT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AC4B26-2A95-4872-8F77-B5BB78E5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14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Prospective workflow study · adversarial incident library · privacy-hardening · standards-aligned evidence exchange.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3A810D-61F9-463D-8BEF-5C5AA04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514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155FCC-2CF1-463C-849F-0970ABE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EXTERNAL VALIDATION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E2356B-F221-4A46-97B0-036AC23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245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4D6D14-D974-4F0E-9C46-DD0A0DD2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791200"/>
            <a:ext cx="352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0">
                <a:solidFill>
                  <a:srgbClr val="D0E1E5"/>
                </a:solidFill>
              </a:defRPr>
            </a:defPPr>
            <a:lvl1pPr algn="l">
              <a:defRPr sz="750" b="0">
                <a:solidFill>
                  <a:srgbClr val="D0E1E5"/>
                </a:solidFill>
              </a:defRPr>
            </a:lvl1pPr>
            <a:lvl2pPr algn="l">
              <a:defRPr sz="750" b="0">
                <a:solidFill>
                  <a:srgbClr val="D0E1E5"/>
                </a:solidFill>
              </a:defRPr>
            </a:lvl2pPr>
            <a:lvl3pPr algn="l">
              <a:defRPr sz="750" b="0">
                <a:solidFill>
                  <a:srgbClr val="D0E1E5"/>
                </a:solidFill>
              </a:defRPr>
            </a:lvl3pPr>
            <a:lvl4pPr algn="l">
              <a:defRPr sz="750" b="0">
                <a:solidFill>
                  <a:srgbClr val="D0E1E5"/>
                </a:solidFill>
              </a:defRPr>
            </a:lvl4pPr>
            <a:lvl5pPr algn="l">
              <a:defRPr sz="750" b="0">
                <a:solidFill>
                  <a:srgbClr val="D0E1E5"/>
                </a:solidFill>
              </a:defRPr>
            </a:lvl5pPr>
            <a:lvl6pPr algn="l">
              <a:defRPr sz="750" b="0">
                <a:solidFill>
                  <a:srgbClr val="D0E1E5"/>
                </a:solidFill>
              </a:defRPr>
            </a:lvl6pPr>
            <a:lvl7pPr algn="l">
              <a:defRPr sz="750" b="0">
                <a:solidFill>
                  <a:srgbClr val="D0E1E5"/>
                </a:solidFill>
              </a:defRPr>
            </a:lvl7pPr>
            <a:lvl8pPr algn="l">
              <a:defRPr sz="750" b="0">
                <a:solidFill>
                  <a:srgbClr val="D0E1E5"/>
                </a:solidFill>
              </a:defRPr>
            </a:lvl8pPr>
            <a:lvl9pPr algn="l">
              <a:defRPr sz="750" b="0">
                <a:solidFill>
                  <a:srgbClr val="D0E1E5"/>
                </a:solidFill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D0E1E5"/>
                </a:solidFill>
              </a:defRPr>
            </a:pPr>
            <a:r>
              <a:rPr sz="750" b="0">
                <a:solidFill>
                  <a:srgbClr val="D0E1E5"/>
                </a:solidFill>
              </a:rPr>
              <a:t>10 public Synthea patient bundles · 12 incidents · 108 condition runs · 3,623 supported resources · 7,003 rewritten references · 0 unresolved references · 0 loader validation errors.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D7B73D-A2CA-465E-9717-C022F603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67450"/>
            <a:ext cx="3524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1">
                <a:solidFill>
                  <a:srgbClr val="65E6E1"/>
                </a:solidFill>
              </a:defRPr>
            </a:defPPr>
            <a:lvl1pPr algn="l">
              <a:defRPr sz="675" b="1">
                <a:solidFill>
                  <a:srgbClr val="65E6E1"/>
                </a:solidFill>
              </a:defRPr>
            </a:lvl1pPr>
            <a:lvl2pPr algn="l">
              <a:defRPr sz="675" b="1">
                <a:solidFill>
                  <a:srgbClr val="65E6E1"/>
                </a:solidFill>
              </a:defRPr>
            </a:lvl2pPr>
            <a:lvl3pPr algn="l">
              <a:defRPr sz="675" b="1">
                <a:solidFill>
                  <a:srgbClr val="65E6E1"/>
                </a:solidFill>
              </a:defRPr>
            </a:lvl3pPr>
            <a:lvl4pPr algn="l">
              <a:defRPr sz="675" b="1">
                <a:solidFill>
                  <a:srgbClr val="65E6E1"/>
                </a:solidFill>
              </a:defRPr>
            </a:lvl4pPr>
            <a:lvl5pPr algn="l">
              <a:defRPr sz="675" b="1">
                <a:solidFill>
                  <a:srgbClr val="65E6E1"/>
                </a:solidFill>
              </a:defRPr>
            </a:lvl5pPr>
            <a:lvl6pPr algn="l">
              <a:defRPr sz="675" b="1">
                <a:solidFill>
                  <a:srgbClr val="65E6E1"/>
                </a:solidFill>
              </a:defRPr>
            </a:lvl6pPr>
            <a:lvl7pPr algn="l">
              <a:defRPr sz="675" b="1">
                <a:solidFill>
                  <a:srgbClr val="65E6E1"/>
                </a:solidFill>
              </a:defRPr>
            </a:lvl7pPr>
            <a:lvl8pPr algn="l">
              <a:defRPr sz="675" b="1">
                <a:solidFill>
                  <a:srgbClr val="65E6E1"/>
                </a:solidFill>
              </a:defRPr>
            </a:lvl8pPr>
            <a:lvl9pPr algn="l">
              <a:defRPr sz="675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675" b="1">
                <a:solidFill>
                  <a:srgbClr val="65E6E1"/>
                </a:solidFill>
              </a:defRPr>
            </a:pPr>
            <a:r>
              <a:rPr sz="675" b="1">
                <a:solidFill>
                  <a:srgbClr val="65E6E1"/>
                </a:solidFill>
              </a:rPr>
              <a:t>Evidence manifest verified: 8 artifacts.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CE6CD5-4B76-4DD9-9727-C1461C8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14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B9561F-39BD-42BD-8B73-B27A516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14975"/>
            <a:ext cx="7448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</a:defRPr>
            </a:defPPr>
            <a:lvl1pPr algn="l">
              <a:defRPr sz="825" b="1">
                <a:solidFill>
                  <a:srgbClr val="FFFFFF"/>
                </a:solidFill>
              </a:defRPr>
            </a:lvl1pPr>
            <a:lvl2pPr algn="l">
              <a:defRPr sz="825" b="1">
                <a:solidFill>
                  <a:srgbClr val="FFFFFF"/>
                </a:solidFill>
              </a:defRPr>
            </a:lvl2pPr>
            <a:lvl3pPr algn="l">
              <a:defRPr sz="825" b="1">
                <a:solidFill>
                  <a:srgbClr val="FFFFFF"/>
                </a:solidFill>
              </a:defRPr>
            </a:lvl3pPr>
            <a:lvl4pPr algn="l">
              <a:defRPr sz="825" b="1">
                <a:solidFill>
                  <a:srgbClr val="FFFFFF"/>
                </a:solidFill>
              </a:defRPr>
            </a:lvl4pPr>
            <a:lvl5pPr algn="l">
              <a:defRPr sz="825" b="1">
                <a:solidFill>
                  <a:srgbClr val="FFFFFF"/>
                </a:solidFill>
              </a:defRPr>
            </a:lvl5pPr>
            <a:lvl6pPr algn="l">
              <a:defRPr sz="825" b="1">
                <a:solidFill>
                  <a:srgbClr val="FFFFFF"/>
                </a:solidFill>
              </a:defRPr>
            </a:lvl6pPr>
            <a:lvl7pPr algn="l">
              <a:defRPr sz="825" b="1">
                <a:solidFill>
                  <a:srgbClr val="FFFFFF"/>
                </a:solidFill>
              </a:defRPr>
            </a:lvl7pPr>
            <a:lvl8pPr algn="l">
              <a:defRPr sz="825" b="1">
                <a:solidFill>
                  <a:srgbClr val="FFFFFF"/>
                </a:solidFill>
              </a:defRPr>
            </a:lvl8pPr>
            <a:lvl9pPr algn="l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REFERENCES · ACKNOWLEDGEMENTS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644EF8-61DA-4363-B8EC-806DBAEA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24525"/>
            <a:ext cx="775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5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0F1B3A-10D1-42AE-B682-D70779A3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91200"/>
            <a:ext cx="7753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75" b="0">
                <a:solidFill>
                  <a:srgbClr val="D0E1E5"/>
                </a:solidFill>
              </a:defRPr>
            </a:defPPr>
            <a:lvl1pPr algn="l">
              <a:defRPr sz="675" b="0">
                <a:solidFill>
                  <a:srgbClr val="D0E1E5"/>
                </a:solidFill>
              </a:defRPr>
            </a:lvl1pPr>
            <a:lvl2pPr algn="l">
              <a:defRPr sz="675" b="0">
                <a:solidFill>
                  <a:srgbClr val="D0E1E5"/>
                </a:solidFill>
              </a:defRPr>
            </a:lvl2pPr>
            <a:lvl3pPr algn="l">
              <a:defRPr sz="675" b="0">
                <a:solidFill>
                  <a:srgbClr val="D0E1E5"/>
                </a:solidFill>
              </a:defRPr>
            </a:lvl3pPr>
            <a:lvl4pPr algn="l">
              <a:defRPr sz="675" b="0">
                <a:solidFill>
                  <a:srgbClr val="D0E1E5"/>
                </a:solidFill>
              </a:defRPr>
            </a:lvl4pPr>
            <a:lvl5pPr algn="l">
              <a:defRPr sz="675" b="0">
                <a:solidFill>
                  <a:srgbClr val="D0E1E5"/>
                </a:solidFill>
              </a:defRPr>
            </a:lvl5pPr>
            <a:lvl6pPr algn="l">
              <a:defRPr sz="675" b="0">
                <a:solidFill>
                  <a:srgbClr val="D0E1E5"/>
                </a:solidFill>
              </a:defRPr>
            </a:lvl6pPr>
            <a:lvl7pPr algn="l">
              <a:defRPr sz="675" b="0">
                <a:solidFill>
                  <a:srgbClr val="D0E1E5"/>
                </a:solidFill>
              </a:defRPr>
            </a:lvl7pPr>
            <a:lvl8pPr algn="l">
              <a:defRPr sz="675" b="0">
                <a:solidFill>
                  <a:srgbClr val="D0E1E5"/>
                </a:solidFill>
              </a:defRPr>
            </a:lvl8pPr>
            <a:lvl9pPr algn="l">
              <a:defRPr sz="675" b="0">
                <a:solidFill>
                  <a:srgbClr val="D0E1E5"/>
                </a:solidFill>
              </a:defRPr>
            </a:lvl9pPr>
          </a:lstStyle>
          <a:p xmlns:a="http://schemas.openxmlformats.org/drawingml/2006/main">
            <a:pPr algn="l">
              <a:defRPr sz="675" b="0">
                <a:solidFill>
                  <a:srgbClr val="D0E1E5"/>
                </a:solidFill>
              </a:defRPr>
            </a:pPr>
            <a:r>
              <a:rPr sz="675" b="0">
                <a:solidFill>
                  <a:srgbClr val="D0E1E5"/>
                </a:solidFill>
              </a:rPr>
              <a:t>[1] Wang et al., MedAgentBench, NEJM AI.  [2] FUTURE-AI, BMJ 388:e081554, 2025.  [3] DECIDE-AI, BMJ 377:e070904, 2022.</a:t>
            </a:r>
          </a:p>
          <a:p xmlns:a="http://schemas.openxmlformats.org/drawingml/2006/main">
            <a:pPr algn="l">
              <a:defRPr sz="675" b="0">
                <a:solidFill>
                  <a:srgbClr val="D0E1E5"/>
                </a:solidFill>
              </a:defRPr>
            </a:pPr>
            <a:r>
              <a:rPr sz="675" b="0">
                <a:solidFill>
                  <a:srgbClr val="D0E1E5"/>
                </a:solidFill>
              </a:rPr>
              <a:t>[4] NIST AI 600-1, Generative AI Profile, 2024.  [5] HL7 FHIR R4 AuditEvent &amp; Provenance.  [6] Walonoski et al., Synthea, JAMIA 25(3), 2018.</a:t>
            </a:r>
          </a:p>
          <a:p xmlns:a="http://schemas.openxmlformats.org/drawingml/2006/main">
            <a:pPr algn="l">
              <a:defRPr sz="675" b="0">
                <a:solidFill>
                  <a:srgbClr val="D0E1E5"/>
                </a:solidFill>
              </a:defRPr>
            </a:pPr>
            <a:r>
              <a:rPr sz="675" b="0">
                <a:solidFill>
                  <a:srgbClr val="D0E1E5"/>
                </a:solidFill>
              </a:rPr>
              <a:t>[7] AEGIS-Care v5 evidence manifest and external-validation report.  Acknowledgements: SVKM's NMIMS / MPSTME; open standards and synthetic-data communities.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4895DB-040F-4AC2-A2EA-010A015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3415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E5A385-FC83-4802-BE98-19488499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81775"/>
            <a:ext cx="7524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65E6E1"/>
                </a:solidFill>
              </a:defRPr>
            </a:defPPr>
            <a:lvl1pPr algn="l">
              <a:defRPr sz="750" b="1">
                <a:solidFill>
                  <a:srgbClr val="65E6E1"/>
                </a:solidFill>
              </a:defRPr>
            </a:lvl1pPr>
            <a:lvl2pPr algn="l">
              <a:defRPr sz="750" b="1">
                <a:solidFill>
                  <a:srgbClr val="65E6E1"/>
                </a:solidFill>
              </a:defRPr>
            </a:lvl2pPr>
            <a:lvl3pPr algn="l">
              <a:defRPr sz="750" b="1">
                <a:solidFill>
                  <a:srgbClr val="65E6E1"/>
                </a:solidFill>
              </a:defRPr>
            </a:lvl3pPr>
            <a:lvl4pPr algn="l">
              <a:defRPr sz="750" b="1">
                <a:solidFill>
                  <a:srgbClr val="65E6E1"/>
                </a:solidFill>
              </a:defRPr>
            </a:lvl4pPr>
            <a:lvl5pPr algn="l">
              <a:defRPr sz="750" b="1">
                <a:solidFill>
                  <a:srgbClr val="65E6E1"/>
                </a:solidFill>
              </a:defRPr>
            </a:lvl5pPr>
            <a:lvl6pPr algn="l">
              <a:defRPr sz="750" b="1">
                <a:solidFill>
                  <a:srgbClr val="65E6E1"/>
                </a:solidFill>
              </a:defRPr>
            </a:lvl6pPr>
            <a:lvl7pPr algn="l">
              <a:defRPr sz="750" b="1">
                <a:solidFill>
                  <a:srgbClr val="65E6E1"/>
                </a:solidFill>
              </a:defRPr>
            </a:lvl7pPr>
            <a:lvl8pPr algn="l">
              <a:defRPr sz="750" b="1">
                <a:solidFill>
                  <a:srgbClr val="65E6E1"/>
                </a:solidFill>
              </a:defRPr>
            </a:lvl8pPr>
            <a:lvl9pPr algn="l">
              <a:defRPr sz="750" b="1">
                <a:solidFill>
                  <a:srgbClr val="65E6E1"/>
                </a:solidFill>
              </a:defRPr>
            </a:lvl9pPr>
          </a:lstStyle>
          <a:p xmlns:a="http://schemas.openxmlformats.org/drawingml/2006/main">
            <a:pPr algn="l">
              <a:defRPr sz="750" b="1">
                <a:solidFill>
                  <a:srgbClr val="65E6E1"/>
                </a:solidFill>
              </a:defRPr>
            </a:pPr>
            <a:r>
              <a:rPr sz="750" b="1">
                <a:solidFill>
                  <a:srgbClr val="65E6E1"/>
                </a:solidFill>
              </a:rPr>
              <a:t>Privacy-bounded recovery is a control-plane problem—not a prompt-engineering patch.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303DCE-7953-4C31-8789-5ADB152D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581775"/>
            <a:ext cx="2647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675" b="0">
                <a:solidFill>
                  <a:srgbClr val="AFC8CF"/>
                </a:solidFill>
              </a:defRPr>
            </a:defPPr>
            <a:lvl1pPr algn="r">
              <a:defRPr sz="675" b="0">
                <a:solidFill>
                  <a:srgbClr val="AFC8CF"/>
                </a:solidFill>
              </a:defRPr>
            </a:lvl1pPr>
            <a:lvl2pPr algn="r">
              <a:defRPr sz="675" b="0">
                <a:solidFill>
                  <a:srgbClr val="AFC8CF"/>
                </a:solidFill>
              </a:defRPr>
            </a:lvl2pPr>
            <a:lvl3pPr algn="r">
              <a:defRPr sz="675" b="0">
                <a:solidFill>
                  <a:srgbClr val="AFC8CF"/>
                </a:solidFill>
              </a:defRPr>
            </a:lvl3pPr>
            <a:lvl4pPr algn="r">
              <a:defRPr sz="675" b="0">
                <a:solidFill>
                  <a:srgbClr val="AFC8CF"/>
                </a:solidFill>
              </a:defRPr>
            </a:lvl4pPr>
            <a:lvl5pPr algn="r">
              <a:defRPr sz="675" b="0">
                <a:solidFill>
                  <a:srgbClr val="AFC8CF"/>
                </a:solidFill>
              </a:defRPr>
            </a:lvl5pPr>
            <a:lvl6pPr algn="r">
              <a:defRPr sz="675" b="0">
                <a:solidFill>
                  <a:srgbClr val="AFC8CF"/>
                </a:solidFill>
              </a:defRPr>
            </a:lvl6pPr>
            <a:lvl7pPr algn="r">
              <a:defRPr sz="675" b="0">
                <a:solidFill>
                  <a:srgbClr val="AFC8CF"/>
                </a:solidFill>
              </a:defRPr>
            </a:lvl7pPr>
            <a:lvl8pPr algn="r">
              <a:defRPr sz="675" b="0">
                <a:solidFill>
                  <a:srgbClr val="AFC8CF"/>
                </a:solidFill>
              </a:defRPr>
            </a:lvl8pPr>
            <a:lvl9pPr algn="r">
              <a:defRPr sz="675" b="0">
                <a:solidFill>
                  <a:srgbClr val="AFC8CF"/>
                </a:solidFill>
              </a:defRPr>
            </a:lvl9pPr>
          </a:lstStyle>
          <a:p xmlns:a="http://schemas.openxmlformats.org/drawingml/2006/main">
            <a:pPr algn="r">
              <a:defRPr sz="675" b="0">
                <a:solidFill>
                  <a:srgbClr val="AFC8CF"/>
                </a:solidFill>
              </a:defRPr>
            </a:pPr>
            <a:r>
              <a:rPr sz="675" b="0">
                <a:solidFill>
                  <a:srgbClr val="AFC8CF"/>
                </a:solidFill>
              </a:rPr>
              <a:t>AEGIS·CARE ·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2022879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2026-10-25T14:12:26.9790000Z</dcterms:created>
  <dcterms:modified xsi:type="dcterms:W3CDTF">2026-10-25T14:12:26.9790000Z</dcterms:modified>
</coreProperties>
</file>